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8000663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68"/>
  </p:normalViewPr>
  <p:slideViewPr>
    <p:cSldViewPr snapToGrid="0">
      <p:cViewPr>
        <p:scale>
          <a:sx n="74" d="100"/>
          <a:sy n="74" d="100"/>
        </p:scale>
        <p:origin x="46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kiko/Desktop/&#20020;&#26102;/&#35770;&#25991;/&#39640;&#20302;&#38408;&#20540;&#23454;&#39564;/duet_same_throughput_detail_&#21103;&#26412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kiko/Desktop/&#20020;&#26102;/&#35770;&#25991;/&#39640;&#20302;&#38408;&#20540;&#23454;&#39564;/duet_same_throughput_detail_&#21103;&#2641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7844601395072798E-2"/>
          <c:y val="0.48611490725588502"/>
          <c:w val="0.90156453100226397"/>
          <c:h val="0.30474008693058302"/>
        </c:manualLayout>
      </c:layout>
      <c:barChart>
        <c:barDir val="col"/>
        <c:grouping val="clustered"/>
        <c:varyColors val="0"/>
        <c:ser>
          <c:idx val="0"/>
          <c:order val="0"/>
          <c:tx>
            <c:v>1MB</c:v>
          </c:tx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'count=2'!$K$131:$V$131</c:f>
                <c:numCache>
                  <c:formatCode>General</c:formatCode>
                  <c:ptCount val="12"/>
                  <c:pt idx="0">
                    <c:v>5.7735026918962597E-3</c:v>
                  </c:pt>
                  <c:pt idx="1">
                    <c:v>2.3965252624025001E-2</c:v>
                  </c:pt>
                  <c:pt idx="2">
                    <c:v>2.6312227829154301E-2</c:v>
                  </c:pt>
                  <c:pt idx="3">
                    <c:v>4.7258156262526803E-3</c:v>
                  </c:pt>
                  <c:pt idx="4">
                    <c:v>8.0523288556789696E-2</c:v>
                  </c:pt>
                  <c:pt idx="5">
                    <c:v>2.45153013442631E-2</c:v>
                  </c:pt>
                  <c:pt idx="6">
                    <c:v>5.5770362499569001E-2</c:v>
                  </c:pt>
                  <c:pt idx="7">
                    <c:v>0.143910852034631</c:v>
                  </c:pt>
                  <c:pt idx="8">
                    <c:v>9.4996491163270594E-2</c:v>
                  </c:pt>
                  <c:pt idx="9">
                    <c:v>1.15036226178248E-2</c:v>
                  </c:pt>
                  <c:pt idx="10">
                    <c:v>1.48436293854748E-2</c:v>
                  </c:pt>
                  <c:pt idx="11">
                    <c:v>1.05830052442582E-2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'count=2'!$K$123:$X$123</c:f>
              <c:numCache>
                <c:formatCode>General</c:formatCode>
                <c:ptCount val="14"/>
                <c:pt idx="0">
                  <c:v>1.7370000000000001</c:v>
                </c:pt>
                <c:pt idx="1">
                  <c:v>4.0730000000000004</c:v>
                </c:pt>
                <c:pt idx="2">
                  <c:v>8.5350000000000001</c:v>
                </c:pt>
                <c:pt idx="3">
                  <c:v>6.444</c:v>
                </c:pt>
                <c:pt idx="4">
                  <c:v>7.9640000000000004</c:v>
                </c:pt>
                <c:pt idx="5">
                  <c:v>8.532</c:v>
                </c:pt>
                <c:pt idx="6">
                  <c:v>1.8520000000000001</c:v>
                </c:pt>
                <c:pt idx="7">
                  <c:v>7.415</c:v>
                </c:pt>
                <c:pt idx="8">
                  <c:v>7.6929999999999996</c:v>
                </c:pt>
                <c:pt idx="9">
                  <c:v>6.4530000000000003</c:v>
                </c:pt>
                <c:pt idx="10">
                  <c:v>8.2110000000000003</c:v>
                </c:pt>
                <c:pt idx="11">
                  <c:v>8.3729999999999993</c:v>
                </c:pt>
                <c:pt idx="12">
                  <c:v>6.1238333333333301</c:v>
                </c:pt>
                <c:pt idx="13">
                  <c:v>5.3179702900601002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BD-0C4D-B555-059965635A17}"/>
            </c:ext>
          </c:extLst>
        </c:ser>
        <c:ser>
          <c:idx val="1"/>
          <c:order val="1"/>
          <c:tx>
            <c:v>2MB</c:v>
          </c:tx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'count=2'!$K$132:$V$132</c:f>
                <c:numCache>
                  <c:formatCode>General</c:formatCode>
                  <c:ptCount val="12"/>
                  <c:pt idx="0">
                    <c:v>1.1150485789118401E-2</c:v>
                  </c:pt>
                  <c:pt idx="1">
                    <c:v>7.9372539331940706E-3</c:v>
                  </c:pt>
                  <c:pt idx="2">
                    <c:v>6.2353829072479897E-2</c:v>
                  </c:pt>
                  <c:pt idx="3">
                    <c:v>0.39158311165489901</c:v>
                  </c:pt>
                  <c:pt idx="4">
                    <c:v>0.122557469512606</c:v>
                  </c:pt>
                  <c:pt idx="5">
                    <c:v>3.7004504230340997E-2</c:v>
                  </c:pt>
                  <c:pt idx="6">
                    <c:v>9.9651057863593906E-2</c:v>
                  </c:pt>
                  <c:pt idx="7">
                    <c:v>3.7687309977409399E-2</c:v>
                  </c:pt>
                  <c:pt idx="8">
                    <c:v>0.12413030787576899</c:v>
                  </c:pt>
                  <c:pt idx="9">
                    <c:v>3.1432467291003102E-2</c:v>
                  </c:pt>
                  <c:pt idx="10">
                    <c:v>2.4E-2</c:v>
                  </c:pt>
                  <c:pt idx="11">
                    <c:v>4.0414518843268996E-3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'count=2'!$K$124:$X$124</c:f>
              <c:numCache>
                <c:formatCode>General</c:formatCode>
                <c:ptCount val="14"/>
                <c:pt idx="0">
                  <c:v>1.736</c:v>
                </c:pt>
                <c:pt idx="1">
                  <c:v>4.0590000000000002</c:v>
                </c:pt>
                <c:pt idx="2">
                  <c:v>12.634</c:v>
                </c:pt>
                <c:pt idx="3">
                  <c:v>10.465</c:v>
                </c:pt>
                <c:pt idx="4">
                  <c:v>9.7750000000000004</c:v>
                </c:pt>
                <c:pt idx="5">
                  <c:v>9.5139999999999993</c:v>
                </c:pt>
                <c:pt idx="6">
                  <c:v>1.978</c:v>
                </c:pt>
                <c:pt idx="7">
                  <c:v>7.3419999999999996</c:v>
                </c:pt>
                <c:pt idx="8">
                  <c:v>13.242000000000001</c:v>
                </c:pt>
                <c:pt idx="9">
                  <c:v>9.8420000000000005</c:v>
                </c:pt>
                <c:pt idx="10">
                  <c:v>9.7669999999999995</c:v>
                </c:pt>
                <c:pt idx="11">
                  <c:v>9.7270000000000003</c:v>
                </c:pt>
                <c:pt idx="12">
                  <c:v>7.5798333333333296</c:v>
                </c:pt>
                <c:pt idx="13">
                  <c:v>6.3241832806549096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BD-0C4D-B555-059965635A17}"/>
            </c:ext>
          </c:extLst>
        </c:ser>
        <c:ser>
          <c:idx val="2"/>
          <c:order val="2"/>
          <c:tx>
            <c:v>4MB</c:v>
          </c:tx>
          <c:spPr>
            <a:pattFill prst="pct20">
              <a:fgClr>
                <a:srgbClr val="626262"/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'count=2'!$K$133:$V$133</c:f>
                <c:numCache>
                  <c:formatCode>General</c:formatCode>
                  <c:ptCount val="12"/>
                  <c:pt idx="0">
                    <c:v>2.5166114784235302E-3</c:v>
                  </c:pt>
                  <c:pt idx="1">
                    <c:v>1.27410099024108E-2</c:v>
                  </c:pt>
                  <c:pt idx="2">
                    <c:v>6.1776478803289597E-2</c:v>
                  </c:pt>
                  <c:pt idx="3">
                    <c:v>6.1776478803289597E-2</c:v>
                  </c:pt>
                  <c:pt idx="4">
                    <c:v>6.1776478803289597E-2</c:v>
                  </c:pt>
                  <c:pt idx="5">
                    <c:v>9.9304246300614907E-2</c:v>
                  </c:pt>
                  <c:pt idx="6">
                    <c:v>2.3430749027720001E-2</c:v>
                  </c:pt>
                  <c:pt idx="7">
                    <c:v>3.1262330900515299E-2</c:v>
                  </c:pt>
                  <c:pt idx="8">
                    <c:v>6.2353829072479897E-2</c:v>
                  </c:pt>
                  <c:pt idx="9">
                    <c:v>0.52954162568520902</c:v>
                  </c:pt>
                  <c:pt idx="10">
                    <c:v>6.1776478803289597E-2</c:v>
                  </c:pt>
                  <c:pt idx="11">
                    <c:v>6.2353829072479897E-2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'count=2'!$K$125:$X$125</c:f>
              <c:numCache>
                <c:formatCode>General</c:formatCode>
                <c:ptCount val="14"/>
                <c:pt idx="0">
                  <c:v>1.7410000000000001</c:v>
                </c:pt>
                <c:pt idx="1">
                  <c:v>4.0419999999999998</c:v>
                </c:pt>
                <c:pt idx="2">
                  <c:v>12.706</c:v>
                </c:pt>
                <c:pt idx="3">
                  <c:v>12.706</c:v>
                </c:pt>
                <c:pt idx="4">
                  <c:v>10.808</c:v>
                </c:pt>
                <c:pt idx="5">
                  <c:v>10.787000000000001</c:v>
                </c:pt>
                <c:pt idx="6">
                  <c:v>1.903</c:v>
                </c:pt>
                <c:pt idx="7">
                  <c:v>7.2789999999999999</c:v>
                </c:pt>
                <c:pt idx="8">
                  <c:v>13.135</c:v>
                </c:pt>
                <c:pt idx="9">
                  <c:v>12.276</c:v>
                </c:pt>
                <c:pt idx="10">
                  <c:v>10.808</c:v>
                </c:pt>
                <c:pt idx="11">
                  <c:v>10.916</c:v>
                </c:pt>
                <c:pt idx="12">
                  <c:v>8.2751666666666708</c:v>
                </c:pt>
                <c:pt idx="13">
                  <c:v>6.7433703293398404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BD-0C4D-B555-059965635A17}"/>
            </c:ext>
          </c:extLst>
        </c:ser>
        <c:ser>
          <c:idx val="3"/>
          <c:order val="3"/>
          <c:tx>
            <c:v>8MB</c:v>
          </c:tx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'count=2'!$K$134:$V$134</c:f>
                <c:numCache>
                  <c:formatCode>General</c:formatCode>
                  <c:ptCount val="12"/>
                  <c:pt idx="0">
                    <c:v>5.7735026918968998E-4</c:v>
                  </c:pt>
                  <c:pt idx="1">
                    <c:v>2.08166599946597E-3</c:v>
                  </c:pt>
                  <c:pt idx="2">
                    <c:v>0</c:v>
                  </c:pt>
                  <c:pt idx="3">
                    <c:v>6.1776478803289597E-2</c:v>
                  </c:pt>
                  <c:pt idx="4">
                    <c:v>0.46812284712455599</c:v>
                  </c:pt>
                  <c:pt idx="5">
                    <c:v>6.2353829072478897E-2</c:v>
                  </c:pt>
                  <c:pt idx="6">
                    <c:v>0.105623545354875</c:v>
                  </c:pt>
                  <c:pt idx="7">
                    <c:v>0.14642859465737301</c:v>
                  </c:pt>
                  <c:pt idx="8">
                    <c:v>2.17558392881683E-15</c:v>
                  </c:pt>
                  <c:pt idx="9">
                    <c:v>6.2353829072478897E-2</c:v>
                  </c:pt>
                  <c:pt idx="10">
                    <c:v>6.2353829072479897E-2</c:v>
                  </c:pt>
                  <c:pt idx="11">
                    <c:v>0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'count=2'!$K$126:$X$126</c:f>
              <c:numCache>
                <c:formatCode>General</c:formatCode>
                <c:ptCount val="14"/>
                <c:pt idx="0">
                  <c:v>1.7410000000000001</c:v>
                </c:pt>
                <c:pt idx="1">
                  <c:v>4.048</c:v>
                </c:pt>
                <c:pt idx="2">
                  <c:v>12.67</c:v>
                </c:pt>
                <c:pt idx="3">
                  <c:v>11.847</c:v>
                </c:pt>
                <c:pt idx="4">
                  <c:v>12.132999999999999</c:v>
                </c:pt>
                <c:pt idx="5">
                  <c:v>11.238</c:v>
                </c:pt>
                <c:pt idx="6">
                  <c:v>1.9379999999999999</c:v>
                </c:pt>
                <c:pt idx="7">
                  <c:v>7.2830000000000004</c:v>
                </c:pt>
                <c:pt idx="8">
                  <c:v>13.099</c:v>
                </c:pt>
                <c:pt idx="9">
                  <c:v>12.061</c:v>
                </c:pt>
                <c:pt idx="10">
                  <c:v>10.88</c:v>
                </c:pt>
                <c:pt idx="11">
                  <c:v>11.058999999999999</c:v>
                </c:pt>
                <c:pt idx="12">
                  <c:v>8.4591666666666701</c:v>
                </c:pt>
                <c:pt idx="13">
                  <c:v>6.86614375216078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BD-0C4D-B555-059965635A17}"/>
            </c:ext>
          </c:extLst>
        </c:ser>
        <c:ser>
          <c:idx val="4"/>
          <c:order val="4"/>
          <c:tx>
            <c:v>16MB</c:v>
          </c:tx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'count=2'!$K$135:$V$135</c:f>
                <c:numCache>
                  <c:formatCode>General</c:formatCode>
                  <c:ptCount val="12"/>
                  <c:pt idx="0">
                    <c:v>2.0816659994661499E-3</c:v>
                  </c:pt>
                  <c:pt idx="1">
                    <c:v>2.05020324195756E-2</c:v>
                  </c:pt>
                  <c:pt idx="2">
                    <c:v>0</c:v>
                  </c:pt>
                  <c:pt idx="3">
                    <c:v>0.10750038759619999</c:v>
                  </c:pt>
                  <c:pt idx="4">
                    <c:v>6.1776478803289597E-2</c:v>
                  </c:pt>
                  <c:pt idx="5">
                    <c:v>6.1776478803290603E-2</c:v>
                  </c:pt>
                  <c:pt idx="6">
                    <c:v>6.5653128892181001E-2</c:v>
                  </c:pt>
                  <c:pt idx="7">
                    <c:v>9.7761614825724694E-2</c:v>
                  </c:pt>
                  <c:pt idx="8">
                    <c:v>6.2353829072479897E-2</c:v>
                  </c:pt>
                  <c:pt idx="9">
                    <c:v>0.20438199529312701</c:v>
                  </c:pt>
                  <c:pt idx="10">
                    <c:v>0</c:v>
                  </c:pt>
                  <c:pt idx="11">
                    <c:v>6.1776478803289597E-2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'count=2'!$K$127:$X$127</c:f>
              <c:numCache>
                <c:formatCode>General</c:formatCode>
                <c:ptCount val="14"/>
                <c:pt idx="0">
                  <c:v>1.7390000000000001</c:v>
                </c:pt>
                <c:pt idx="1">
                  <c:v>4.05</c:v>
                </c:pt>
                <c:pt idx="2">
                  <c:v>12.67</c:v>
                </c:pt>
                <c:pt idx="3">
                  <c:v>11.811</c:v>
                </c:pt>
                <c:pt idx="4">
                  <c:v>12.419</c:v>
                </c:pt>
                <c:pt idx="5">
                  <c:v>11.13</c:v>
                </c:pt>
                <c:pt idx="6">
                  <c:v>1.8420000000000001</c:v>
                </c:pt>
                <c:pt idx="7">
                  <c:v>7.335</c:v>
                </c:pt>
                <c:pt idx="8">
                  <c:v>13.170999999999999</c:v>
                </c:pt>
                <c:pt idx="9">
                  <c:v>10.941000000000001</c:v>
                </c:pt>
                <c:pt idx="10">
                  <c:v>10.843999999999999</c:v>
                </c:pt>
                <c:pt idx="11">
                  <c:v>10.988</c:v>
                </c:pt>
                <c:pt idx="12">
                  <c:v>8.3838333333333299</c:v>
                </c:pt>
                <c:pt idx="13">
                  <c:v>6.8098196865482397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BD-0C4D-B555-059965635A17}"/>
            </c:ext>
          </c:extLst>
        </c:ser>
        <c:ser>
          <c:idx val="5"/>
          <c:order val="5"/>
          <c:tx>
            <c:v>32MB</c:v>
          </c:tx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'count=2'!$K$136:$V$136</c:f>
                <c:numCache>
                  <c:formatCode>General</c:formatCode>
                  <c:ptCount val="12"/>
                  <c:pt idx="0">
                    <c:v>4.1633319989322704E-3</c:v>
                  </c:pt>
                  <c:pt idx="1">
                    <c:v>9.4516312525051802E-3</c:v>
                  </c:pt>
                  <c:pt idx="2">
                    <c:v>6.2353829072479897E-2</c:v>
                  </c:pt>
                  <c:pt idx="3">
                    <c:v>0</c:v>
                  </c:pt>
                  <c:pt idx="4">
                    <c:v>6.1776478803289597E-2</c:v>
                  </c:pt>
                  <c:pt idx="5">
                    <c:v>1.27017059221719E-2</c:v>
                  </c:pt>
                  <c:pt idx="6">
                    <c:v>0.146936494218874</c:v>
                  </c:pt>
                  <c:pt idx="7">
                    <c:v>1.10000000000001E-2</c:v>
                  </c:pt>
                  <c:pt idx="8">
                    <c:v>0.16442728889492</c:v>
                  </c:pt>
                  <c:pt idx="9">
                    <c:v>6.1776478803289597E-2</c:v>
                  </c:pt>
                  <c:pt idx="10">
                    <c:v>1.8583146486355898E-2</c:v>
                  </c:pt>
                  <c:pt idx="11">
                    <c:v>5.2776257288039502E-2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'count=2'!$K$128:$X$128</c:f>
              <c:numCache>
                <c:formatCode>General</c:formatCode>
                <c:ptCount val="14"/>
                <c:pt idx="0">
                  <c:v>1.7390000000000001</c:v>
                </c:pt>
                <c:pt idx="1">
                  <c:v>4.0430000000000001</c:v>
                </c:pt>
                <c:pt idx="2">
                  <c:v>12.634</c:v>
                </c:pt>
                <c:pt idx="3">
                  <c:v>11.811</c:v>
                </c:pt>
                <c:pt idx="4">
                  <c:v>10.808</c:v>
                </c:pt>
                <c:pt idx="5">
                  <c:v>10.58</c:v>
                </c:pt>
                <c:pt idx="6">
                  <c:v>1.9930000000000001</c:v>
                </c:pt>
                <c:pt idx="7">
                  <c:v>7.298</c:v>
                </c:pt>
                <c:pt idx="8">
                  <c:v>13.063000000000001</c:v>
                </c:pt>
                <c:pt idx="9">
                  <c:v>11.023</c:v>
                </c:pt>
                <c:pt idx="10">
                  <c:v>10.404</c:v>
                </c:pt>
                <c:pt idx="11">
                  <c:v>10.561999999999999</c:v>
                </c:pt>
                <c:pt idx="12">
                  <c:v>8.2471666666666703</c:v>
                </c:pt>
                <c:pt idx="13">
                  <c:v>6.7532305956709502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ABD-0C4D-B555-059965635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 b="0" i="0" u="none" strike="noStrike" kern="1200" baseline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.84747265716890297"/>
          <c:y val="6.1198622044643103E-2"/>
          <c:w val="9.8187120105945894E-2"/>
          <c:h val="0.3773994904566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03157d7-0d74-4a37-89e5-de30676ad026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487905430937203E-2"/>
          <c:y val="7.0928216629572299E-2"/>
          <c:w val="0.92453240023750305"/>
          <c:h val="0.68724636201225697"/>
        </c:manualLayout>
      </c:layout>
      <c:barChart>
        <c:barDir val="col"/>
        <c:grouping val="clustered"/>
        <c:varyColors val="0"/>
        <c:ser>
          <c:idx val="6"/>
          <c:order val="0"/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'count=2'!$U$19:$AF$19</c:f>
                <c:numCache>
                  <c:formatCode>General</c:formatCode>
                  <c:ptCount val="12"/>
                  <c:pt idx="0">
                    <c:v>4.1016256939576203E-2</c:v>
                  </c:pt>
                  <c:pt idx="1">
                    <c:v>1.81750745069542E-2</c:v>
                  </c:pt>
                  <c:pt idx="2">
                    <c:v>4.04474968323131E-2</c:v>
                  </c:pt>
                  <c:pt idx="3">
                    <c:v>2.8687976575561901E-2</c:v>
                  </c:pt>
                  <c:pt idx="4">
                    <c:v>6.3508529610858497E-2</c:v>
                  </c:pt>
                  <c:pt idx="5">
                    <c:v>7.5235186803339404E-2</c:v>
                  </c:pt>
                  <c:pt idx="6">
                    <c:v>1.5275252316519999E-3</c:v>
                  </c:pt>
                  <c:pt idx="7">
                    <c:v>4.1633319989323103E-3</c:v>
                  </c:pt>
                  <c:pt idx="8">
                    <c:v>9.5393920141690607E-3</c:v>
                  </c:pt>
                  <c:pt idx="9">
                    <c:v>1.1930353445449E-2</c:v>
                  </c:pt>
                  <c:pt idx="10">
                    <c:v>6.01026899009795E-2</c:v>
                  </c:pt>
                  <c:pt idx="11">
                    <c:v>3.95263625107765E-2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rgbClr val="00B0F0"/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'count=2'!$U$13:$AF$13</c:f>
              <c:numCache>
                <c:formatCode>General</c:formatCode>
                <c:ptCount val="12"/>
                <c:pt idx="0">
                  <c:v>0.755</c:v>
                </c:pt>
                <c:pt idx="1">
                  <c:v>3.218</c:v>
                </c:pt>
                <c:pt idx="2">
                  <c:v>6.4820000000000002</c:v>
                </c:pt>
                <c:pt idx="3">
                  <c:v>6.9180000000000001</c:v>
                </c:pt>
                <c:pt idx="4">
                  <c:v>8.4090000000000007</c:v>
                </c:pt>
                <c:pt idx="5">
                  <c:v>8.2780000000000005</c:v>
                </c:pt>
                <c:pt idx="6">
                  <c:v>1.343</c:v>
                </c:pt>
                <c:pt idx="7">
                  <c:v>4.2539999999999996</c:v>
                </c:pt>
                <c:pt idx="8">
                  <c:v>6.4820000000000002</c:v>
                </c:pt>
                <c:pt idx="9">
                  <c:v>6.4169999999999998</c:v>
                </c:pt>
                <c:pt idx="10">
                  <c:v>7.9539999999999997</c:v>
                </c:pt>
                <c:pt idx="11">
                  <c:v>8.4049999999999994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7-D949-84FC-CBC5DAD6BC6A}"/>
            </c:ext>
          </c:extLst>
        </c:ser>
        <c:ser>
          <c:idx val="7"/>
          <c:order val="1"/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'count=2'!$U$20:$AF$20</c:f>
                <c:numCache>
                  <c:formatCode>General</c:formatCode>
                  <c:ptCount val="12"/>
                  <c:pt idx="0">
                    <c:v>2.42693221990232E-2</c:v>
                  </c:pt>
                  <c:pt idx="1">
                    <c:v>2.0132891827388699E-2</c:v>
                  </c:pt>
                  <c:pt idx="2">
                    <c:v>1.6072751268321198E-2</c:v>
                  </c:pt>
                  <c:pt idx="3">
                    <c:v>5.7812916665165102E-2</c:v>
                  </c:pt>
                  <c:pt idx="4">
                    <c:v>2.5632011235952601E-2</c:v>
                  </c:pt>
                  <c:pt idx="5">
                    <c:v>9.5043849529222301E-3</c:v>
                  </c:pt>
                  <c:pt idx="6">
                    <c:v>4.0000000000000001E-3</c:v>
                  </c:pt>
                  <c:pt idx="7">
                    <c:v>3.05341339050796E-2</c:v>
                  </c:pt>
                  <c:pt idx="8">
                    <c:v>8.1853527718724704E-3</c:v>
                  </c:pt>
                  <c:pt idx="9">
                    <c:v>6.9634761434215306E-2</c:v>
                  </c:pt>
                  <c:pt idx="10">
                    <c:v>9.5038588653942893E-2</c:v>
                  </c:pt>
                  <c:pt idx="11">
                    <c:v>1.7999999999999801E-2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'count=2'!$U$14:$AF$14</c:f>
              <c:numCache>
                <c:formatCode>General</c:formatCode>
                <c:ptCount val="12"/>
                <c:pt idx="0">
                  <c:v>0.77800000000000002</c:v>
                </c:pt>
                <c:pt idx="1">
                  <c:v>3.2189999999999999</c:v>
                </c:pt>
                <c:pt idx="2">
                  <c:v>6.4859999999999998</c:v>
                </c:pt>
                <c:pt idx="3">
                  <c:v>10.28</c:v>
                </c:pt>
                <c:pt idx="4">
                  <c:v>9.9359999999999999</c:v>
                </c:pt>
                <c:pt idx="5">
                  <c:v>8.8040000000000003</c:v>
                </c:pt>
                <c:pt idx="6">
                  <c:v>1.341</c:v>
                </c:pt>
                <c:pt idx="7">
                  <c:v>4.2640000000000002</c:v>
                </c:pt>
                <c:pt idx="8">
                  <c:v>6.4859999999999998</c:v>
                </c:pt>
                <c:pt idx="9">
                  <c:v>10.496</c:v>
                </c:pt>
                <c:pt idx="10">
                  <c:v>9.8480000000000008</c:v>
                </c:pt>
                <c:pt idx="11">
                  <c:v>9.1479999999999997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7-D949-84FC-CBC5DAD6BC6A}"/>
            </c:ext>
          </c:extLst>
        </c:ser>
        <c:ser>
          <c:idx val="8"/>
          <c:order val="2"/>
          <c:spPr>
            <a:pattFill prst="pct20">
              <a:fgClr>
                <a:sysClr val="windowText" lastClr="000000">
                  <a:lumMod val="50000"/>
                  <a:lumOff val="50000"/>
                </a:sysClr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'count=2'!$U$21:$AF$21</c:f>
                <c:numCache>
                  <c:formatCode>General</c:formatCode>
                  <c:ptCount val="12"/>
                  <c:pt idx="0">
                    <c:v>2.5980762113533201E-2</c:v>
                  </c:pt>
                  <c:pt idx="1">
                    <c:v>3.1069813860616101E-2</c:v>
                  </c:pt>
                  <c:pt idx="2">
                    <c:v>4.6188021535170098E-3</c:v>
                  </c:pt>
                  <c:pt idx="3">
                    <c:v>5.1316014394467502E-3</c:v>
                  </c:pt>
                  <c:pt idx="4">
                    <c:v>6.1776478803290603E-2</c:v>
                  </c:pt>
                  <c:pt idx="5">
                    <c:v>2.6839026311201102E-2</c:v>
                  </c:pt>
                  <c:pt idx="6">
                    <c:v>2.3094010767585101E-3</c:v>
                  </c:pt>
                  <c:pt idx="7">
                    <c:v>1.1015141094572301E-2</c:v>
                  </c:pt>
                  <c:pt idx="8">
                    <c:v>1.25830573921176E-2</c:v>
                  </c:pt>
                  <c:pt idx="9">
                    <c:v>6.1776478803289597E-2</c:v>
                  </c:pt>
                  <c:pt idx="10">
                    <c:v>0</c:v>
                  </c:pt>
                  <c:pt idx="11">
                    <c:v>5.2785730394996601E-2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'count=2'!$U$15:$AF$15</c:f>
              <c:numCache>
                <c:formatCode>General</c:formatCode>
                <c:ptCount val="12"/>
                <c:pt idx="0">
                  <c:v>0.79500000000000004</c:v>
                </c:pt>
                <c:pt idx="1">
                  <c:v>3.2109999999999999</c:v>
                </c:pt>
                <c:pt idx="2">
                  <c:v>6.4939999999999998</c:v>
                </c:pt>
                <c:pt idx="3">
                  <c:v>10.214</c:v>
                </c:pt>
                <c:pt idx="4">
                  <c:v>11.345000000000001</c:v>
                </c:pt>
                <c:pt idx="5">
                  <c:v>10.111000000000001</c:v>
                </c:pt>
                <c:pt idx="6">
                  <c:v>1.3420000000000001</c:v>
                </c:pt>
                <c:pt idx="7">
                  <c:v>4.25</c:v>
                </c:pt>
                <c:pt idx="8">
                  <c:v>6.4939999999999998</c:v>
                </c:pt>
                <c:pt idx="9">
                  <c:v>13.028</c:v>
                </c:pt>
                <c:pt idx="10">
                  <c:v>10.952</c:v>
                </c:pt>
                <c:pt idx="11">
                  <c:v>10.516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27-D949-84FC-CBC5DAD6BC6A}"/>
            </c:ext>
          </c:extLst>
        </c:ser>
        <c:ser>
          <c:idx val="9"/>
          <c:order val="3"/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'count=2'!$U$22:$AF$22</c:f>
                <c:numCache>
                  <c:formatCode>General</c:formatCode>
                  <c:ptCount val="12"/>
                  <c:pt idx="0">
                    <c:v>8.7368949480540505E-3</c:v>
                  </c:pt>
                  <c:pt idx="1">
                    <c:v>1.8583146486355302E-2</c:v>
                  </c:pt>
                  <c:pt idx="2">
                    <c:v>3.2129944496269103E-2</c:v>
                  </c:pt>
                  <c:pt idx="3">
                    <c:v>7.7468273075713801E-2</c:v>
                  </c:pt>
                  <c:pt idx="4">
                    <c:v>0.18590678667905899</c:v>
                  </c:pt>
                  <c:pt idx="5">
                    <c:v>0</c:v>
                  </c:pt>
                  <c:pt idx="6">
                    <c:v>1.5275252316519999E-3</c:v>
                  </c:pt>
                  <c:pt idx="7">
                    <c:v>1.04083299973304E-2</c:v>
                  </c:pt>
                  <c:pt idx="8">
                    <c:v>2.5166114784235401E-3</c:v>
                  </c:pt>
                  <c:pt idx="9">
                    <c:v>6.2353829072479897E-2</c:v>
                  </c:pt>
                  <c:pt idx="10">
                    <c:v>6.2353829072479897E-2</c:v>
                  </c:pt>
                  <c:pt idx="11">
                    <c:v>0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'count=2'!$U$16:$AF$16</c:f>
              <c:numCache>
                <c:formatCode>General</c:formatCode>
                <c:ptCount val="12"/>
                <c:pt idx="0">
                  <c:v>0.80900000000000005</c:v>
                </c:pt>
                <c:pt idx="1">
                  <c:v>3.2040000000000002</c:v>
                </c:pt>
                <c:pt idx="2">
                  <c:v>6.4619999999999997</c:v>
                </c:pt>
                <c:pt idx="3">
                  <c:v>10.225</c:v>
                </c:pt>
                <c:pt idx="4">
                  <c:v>11.596</c:v>
                </c:pt>
                <c:pt idx="5">
                  <c:v>11.917999999999999</c:v>
                </c:pt>
                <c:pt idx="6">
                  <c:v>1.341</c:v>
                </c:pt>
                <c:pt idx="7">
                  <c:v>4.2560000000000002</c:v>
                </c:pt>
                <c:pt idx="8">
                  <c:v>6.4619999999999997</c:v>
                </c:pt>
                <c:pt idx="9">
                  <c:v>13.135</c:v>
                </c:pt>
                <c:pt idx="10">
                  <c:v>11.452999999999999</c:v>
                </c:pt>
                <c:pt idx="11">
                  <c:v>11.381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27-D949-84FC-CBC5DAD6BC6A}"/>
            </c:ext>
          </c:extLst>
        </c:ser>
        <c:ser>
          <c:idx val="10"/>
          <c:order val="4"/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'count=2'!$U$23:$AF$23</c:f>
                <c:numCache>
                  <c:formatCode>General</c:formatCode>
                  <c:ptCount val="12"/>
                  <c:pt idx="0">
                    <c:v>1.8357559750685801E-2</c:v>
                  </c:pt>
                  <c:pt idx="1">
                    <c:v>9.2915732431776508E-3</c:v>
                  </c:pt>
                  <c:pt idx="2">
                    <c:v>2.6576932353703699E-2</c:v>
                  </c:pt>
                  <c:pt idx="3">
                    <c:v>5.2115256883181402E-2</c:v>
                  </c:pt>
                  <c:pt idx="4">
                    <c:v>0.12413030787576899</c:v>
                  </c:pt>
                  <c:pt idx="5">
                    <c:v>0</c:v>
                  </c:pt>
                  <c:pt idx="6">
                    <c:v>1.5275252316519E-3</c:v>
                  </c:pt>
                  <c:pt idx="7">
                    <c:v>2.2271057451319898E-2</c:v>
                  </c:pt>
                  <c:pt idx="8">
                    <c:v>1.45716619962629E-2</c:v>
                  </c:pt>
                  <c:pt idx="9">
                    <c:v>6.1776478803289597E-2</c:v>
                  </c:pt>
                  <c:pt idx="10">
                    <c:v>6.1776478803289597E-2</c:v>
                  </c:pt>
                  <c:pt idx="11">
                    <c:v>0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'count=2'!$U$17:$AF$17</c:f>
              <c:numCache>
                <c:formatCode>General</c:formatCode>
                <c:ptCount val="12"/>
                <c:pt idx="0">
                  <c:v>0.81299999999999994</c:v>
                </c:pt>
                <c:pt idx="1">
                  <c:v>3.2349999999999999</c:v>
                </c:pt>
                <c:pt idx="2">
                  <c:v>6.4989999999999997</c:v>
                </c:pt>
                <c:pt idx="3">
                  <c:v>10.255000000000001</c:v>
                </c:pt>
                <c:pt idx="4">
                  <c:v>11.667999999999999</c:v>
                </c:pt>
                <c:pt idx="5">
                  <c:v>11.596</c:v>
                </c:pt>
                <c:pt idx="6">
                  <c:v>1.345</c:v>
                </c:pt>
                <c:pt idx="7">
                  <c:v>4.258</c:v>
                </c:pt>
                <c:pt idx="8">
                  <c:v>6.4989999999999997</c:v>
                </c:pt>
                <c:pt idx="9">
                  <c:v>13.063000000000001</c:v>
                </c:pt>
                <c:pt idx="10">
                  <c:v>11.023</c:v>
                </c:pt>
                <c:pt idx="11">
                  <c:v>11.273999999999999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27-D949-84FC-CBC5DAD6BC6A}"/>
            </c:ext>
          </c:extLst>
        </c:ser>
        <c:ser>
          <c:idx val="11"/>
          <c:order val="5"/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'count=2'!$U$24:$AF$24</c:f>
                <c:numCache>
                  <c:formatCode>General</c:formatCode>
                  <c:ptCount val="12"/>
                  <c:pt idx="0">
                    <c:v>7.6304215698304201E-2</c:v>
                  </c:pt>
                  <c:pt idx="1">
                    <c:v>4.9487372126634399E-2</c:v>
                  </c:pt>
                  <c:pt idx="2">
                    <c:v>1.27017059221719E-2</c:v>
                  </c:pt>
                  <c:pt idx="3">
                    <c:v>9.1849514605866905E-2</c:v>
                  </c:pt>
                  <c:pt idx="4">
                    <c:v>6.1776478803289597E-2</c:v>
                  </c:pt>
                  <c:pt idx="5">
                    <c:v>0</c:v>
                  </c:pt>
                  <c:pt idx="6">
                    <c:v>3.6055512754639301E-3</c:v>
                  </c:pt>
                  <c:pt idx="7">
                    <c:v>1.2165525060596099E-2</c:v>
                  </c:pt>
                  <c:pt idx="8">
                    <c:v>2.3579652245103298E-2</c:v>
                  </c:pt>
                  <c:pt idx="9">
                    <c:v>6.1776478803289597E-2</c:v>
                  </c:pt>
                  <c:pt idx="10">
                    <c:v>0.10750038759619999</c:v>
                  </c:pt>
                  <c:pt idx="11">
                    <c:v>0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'count=2'!$U$18:$AF$18</c:f>
              <c:numCache>
                <c:formatCode>General</c:formatCode>
                <c:ptCount val="12"/>
                <c:pt idx="0">
                  <c:v>0.83799999999999997</c:v>
                </c:pt>
                <c:pt idx="1">
                  <c:v>3.2290000000000001</c:v>
                </c:pt>
                <c:pt idx="2">
                  <c:v>6.4459999999999997</c:v>
                </c:pt>
                <c:pt idx="3">
                  <c:v>10.282999999999999</c:v>
                </c:pt>
                <c:pt idx="4">
                  <c:v>11.667</c:v>
                </c:pt>
                <c:pt idx="5">
                  <c:v>11.702999999999999</c:v>
                </c:pt>
                <c:pt idx="6">
                  <c:v>1.3440000000000001</c:v>
                </c:pt>
                <c:pt idx="7">
                  <c:v>4.2519999999999998</c:v>
                </c:pt>
                <c:pt idx="8">
                  <c:v>6.4459999999999997</c:v>
                </c:pt>
                <c:pt idx="9">
                  <c:v>13.063000000000001</c:v>
                </c:pt>
                <c:pt idx="10">
                  <c:v>11.166</c:v>
                </c:pt>
                <c:pt idx="11">
                  <c:v>10.737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D27-D949-84FC-CBC5DAD6BC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28692e4-d07b-4423-b3d1-6884c28c216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355149"/>
            <a:ext cx="13500497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349128"/>
            <a:ext cx="13500497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031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132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064351"/>
            <a:ext cx="15525572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541352"/>
            <a:ext cx="15525572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>
                    <a:tint val="82000"/>
                  </a:schemeClr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82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82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323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204273"/>
            <a:ext cx="7650282" cy="5253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204273"/>
            <a:ext cx="7650282" cy="5253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01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40855"/>
            <a:ext cx="15525572" cy="1600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029849"/>
            <a:ext cx="761512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024646"/>
            <a:ext cx="7615123" cy="44487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029849"/>
            <a:ext cx="7652626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024646"/>
            <a:ext cx="7652626" cy="44487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92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608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134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52027"/>
            <a:ext cx="5805682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192225"/>
            <a:ext cx="9112836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484120"/>
            <a:ext cx="5805682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31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52027"/>
            <a:ext cx="5805682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192225"/>
            <a:ext cx="9112836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484120"/>
            <a:ext cx="5805682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918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333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40855"/>
            <a:ext cx="3881393" cy="70172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40855"/>
            <a:ext cx="11419171" cy="70172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762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40855"/>
            <a:ext cx="15525572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204273"/>
            <a:ext cx="15525572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7674704"/>
            <a:ext cx="4050149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2B00-194E-BB4F-9BB3-C2736C546DE0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7674704"/>
            <a:ext cx="6075224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7674704"/>
            <a:ext cx="4050149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29A03-D8B8-3740-B943-A6FDFD45E7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817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00000000-0008-0000-0000-00001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47381"/>
              </p:ext>
            </p:extLst>
          </p:nvPr>
        </p:nvGraphicFramePr>
        <p:xfrm>
          <a:off x="-396328" y="-361535"/>
          <a:ext cx="18793317" cy="9301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00000000-0008-0000-0000-00001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4596102"/>
              </p:ext>
            </p:extLst>
          </p:nvPr>
        </p:nvGraphicFramePr>
        <p:xfrm>
          <a:off x="0" y="0"/>
          <a:ext cx="15671644" cy="392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941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14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刘佳丽</dc:creator>
  <cp:lastModifiedBy>刘佳丽</cp:lastModifiedBy>
  <cp:revision>4</cp:revision>
  <dcterms:created xsi:type="dcterms:W3CDTF">2026-05-17T10:14:30Z</dcterms:created>
  <dcterms:modified xsi:type="dcterms:W3CDTF">2026-05-31T10:11:26Z</dcterms:modified>
</cp:coreProperties>
</file>