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</p:sldIdLst>
  <p:sldSz cx="18000663" cy="8640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6"/>
  </p:normalViewPr>
  <p:slideViewPr>
    <p:cSldViewPr snapToGrid="0">
      <p:cViewPr varScale="1">
        <p:scale>
          <a:sx n="80" d="100"/>
          <a:sy n="80" d="100"/>
        </p:scale>
        <p:origin x="256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/Users/kiko/Downloads/DUET/&#23454;&#39564;&#25968;&#25454;&#22788;&#29702;/&#38408;&#20540;&#23454;&#39564;&#25968;&#25454;&#22788;&#29702;/duet_same_throughput_detail_&#21103;&#26412;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/Users/kiko/Downloads/DUET/&#23454;&#39564;&#25968;&#25454;&#22788;&#29702;/&#38408;&#20540;&#23454;&#39564;&#25968;&#25454;&#22788;&#29702;/duet_same_throughput_detail_&#21103;&#26412;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6.7844601395072798E-2"/>
          <c:y val="0.48611490725588502"/>
          <c:w val="0.90156453100226397"/>
          <c:h val="0.30474008693058302"/>
        </c:manualLayout>
      </c:layout>
      <c:barChart>
        <c:barDir val="col"/>
        <c:grouping val="clustered"/>
        <c:varyColors val="0"/>
        <c:ser>
          <c:idx val="0"/>
          <c:order val="0"/>
          <c:tx>
            <c:v>1MB</c:v>
          </c:tx>
          <c:spPr>
            <a:solidFill>
              <a:srgbClr val="4B92C5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'count=2'!$K$131:$V$131</c:f>
                <c:numCache>
                  <c:formatCode>General</c:formatCode>
                  <c:ptCount val="12"/>
                  <c:pt idx="0">
                    <c:v>0.182</c:v>
                  </c:pt>
                  <c:pt idx="1">
                    <c:v>6.0000000000000001E-3</c:v>
                  </c:pt>
                  <c:pt idx="2">
                    <c:v>6.0000000000000001E-3</c:v>
                  </c:pt>
                  <c:pt idx="3">
                    <c:v>7.0000000000000001E-3</c:v>
                  </c:pt>
                  <c:pt idx="4">
                    <c:v>3.3000000000000002E-2</c:v>
                  </c:pt>
                  <c:pt idx="5">
                    <c:v>0.16600000000000001</c:v>
                  </c:pt>
                  <c:pt idx="6">
                    <c:v>1.2E-2</c:v>
                  </c:pt>
                  <c:pt idx="7">
                    <c:v>1.2999999999999999E-2</c:v>
                  </c:pt>
                  <c:pt idx="8">
                    <c:v>7.0000000000000001E-3</c:v>
                  </c:pt>
                  <c:pt idx="9">
                    <c:v>8.9999999999999993E-3</c:v>
                  </c:pt>
                  <c:pt idx="10">
                    <c:v>2.5999999999999999E-2</c:v>
                  </c:pt>
                  <c:pt idx="11">
                    <c:v>1.2E-2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'count=2'!$K$123:$X$123</c:f>
              <c:numCache>
                <c:formatCode>General</c:formatCode>
                <c:ptCount val="14"/>
                <c:pt idx="0">
                  <c:v>3.129</c:v>
                </c:pt>
                <c:pt idx="1">
                  <c:v>5.5659999999999998</c:v>
                </c:pt>
                <c:pt idx="2">
                  <c:v>7.2629999999999999</c:v>
                </c:pt>
                <c:pt idx="3">
                  <c:v>7.2560000000000002</c:v>
                </c:pt>
                <c:pt idx="4">
                  <c:v>6.9409999999999998</c:v>
                </c:pt>
                <c:pt idx="5">
                  <c:v>6.6139999999999999</c:v>
                </c:pt>
                <c:pt idx="6">
                  <c:v>1.86</c:v>
                </c:pt>
                <c:pt idx="7">
                  <c:v>5.6619999999999999</c:v>
                </c:pt>
                <c:pt idx="8">
                  <c:v>7.2910000000000004</c:v>
                </c:pt>
                <c:pt idx="9">
                  <c:v>7.2759999999999998</c:v>
                </c:pt>
                <c:pt idx="10">
                  <c:v>7.03</c:v>
                </c:pt>
                <c:pt idx="11">
                  <c:v>7.0570000000000004</c:v>
                </c:pt>
                <c:pt idx="12">
                  <c:v>5.9237500000000001</c:v>
                </c:pt>
                <c:pt idx="13">
                  <c:v>5.5268649999999999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7D-5242-B67E-6EDD3108927C}"/>
            </c:ext>
          </c:extLst>
        </c:ser>
        <c:ser>
          <c:idx val="1"/>
          <c:order val="1"/>
          <c:tx>
            <c:v>2MB</c:v>
          </c:tx>
          <c:spPr>
            <a:pattFill prst="dkUpDiag">
              <a:fgClr>
                <a:srgbClr val="626262"/>
              </a:fgClr>
              <a:bgClr>
                <a:srgbClr val="FA993D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'count=2'!$K$132:$V$132</c:f>
                <c:numCache>
                  <c:formatCode>General</c:formatCode>
                  <c:ptCount val="12"/>
                  <c:pt idx="0">
                    <c:v>0.29899999999999999</c:v>
                  </c:pt>
                  <c:pt idx="1">
                    <c:v>6.0000000000000001E-3</c:v>
                  </c:pt>
                  <c:pt idx="2">
                    <c:v>0.01</c:v>
                  </c:pt>
                  <c:pt idx="3">
                    <c:v>1.4E-2</c:v>
                  </c:pt>
                  <c:pt idx="4">
                    <c:v>2.7E-2</c:v>
                  </c:pt>
                  <c:pt idx="5">
                    <c:v>1.9E-2</c:v>
                  </c:pt>
                  <c:pt idx="6">
                    <c:v>1.2E-2</c:v>
                  </c:pt>
                  <c:pt idx="7">
                    <c:v>2.1999999999999999E-2</c:v>
                  </c:pt>
                  <c:pt idx="8">
                    <c:v>3.0000000000000001E-3</c:v>
                  </c:pt>
                  <c:pt idx="9">
                    <c:v>7.0000000000000001E-3</c:v>
                  </c:pt>
                  <c:pt idx="10">
                    <c:v>0.06</c:v>
                  </c:pt>
                  <c:pt idx="11">
                    <c:v>3.2000000000000001E-2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'count=2'!$K$124:$X$124</c:f>
              <c:numCache>
                <c:formatCode>General</c:formatCode>
                <c:ptCount val="14"/>
                <c:pt idx="0">
                  <c:v>2.8929999999999998</c:v>
                </c:pt>
                <c:pt idx="1">
                  <c:v>5.57</c:v>
                </c:pt>
                <c:pt idx="2">
                  <c:v>7.15</c:v>
                </c:pt>
                <c:pt idx="3">
                  <c:v>7.2590000000000003</c:v>
                </c:pt>
                <c:pt idx="4">
                  <c:v>7.2510000000000003</c:v>
                </c:pt>
                <c:pt idx="5">
                  <c:v>7.0049999999999999</c:v>
                </c:pt>
                <c:pt idx="6">
                  <c:v>1.847</c:v>
                </c:pt>
                <c:pt idx="7">
                  <c:v>5.6369999999999996</c:v>
                </c:pt>
                <c:pt idx="8">
                  <c:v>7.282</c:v>
                </c:pt>
                <c:pt idx="9">
                  <c:v>7.2750000000000004</c:v>
                </c:pt>
                <c:pt idx="10">
                  <c:v>7.31</c:v>
                </c:pt>
                <c:pt idx="11">
                  <c:v>7.194</c:v>
                </c:pt>
                <c:pt idx="12">
                  <c:v>6.0317499999999997</c:v>
                </c:pt>
                <c:pt idx="13">
                  <c:v>5.6075900000000001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A7D-5242-B67E-6EDD3108927C}"/>
            </c:ext>
          </c:extLst>
        </c:ser>
        <c:ser>
          <c:idx val="2"/>
          <c:order val="2"/>
          <c:tx>
            <c:v>4MB</c:v>
          </c:tx>
          <c:spPr>
            <a:pattFill prst="pct20">
              <a:fgClr>
                <a:srgbClr val="626262"/>
              </a:fgClr>
              <a:bgClr>
                <a:srgbClr val="58B557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'count=2'!$K$133:$V$133</c:f>
                <c:numCache>
                  <c:formatCode>General</c:formatCode>
                  <c:ptCount val="12"/>
                  <c:pt idx="0">
                    <c:v>0.307</c:v>
                  </c:pt>
                  <c:pt idx="1">
                    <c:v>1.6E-2</c:v>
                  </c:pt>
                  <c:pt idx="2">
                    <c:v>3.0000000000000001E-3</c:v>
                  </c:pt>
                  <c:pt idx="3">
                    <c:v>6.0000000000000001E-3</c:v>
                  </c:pt>
                  <c:pt idx="4">
                    <c:v>8.9999999999999993E-3</c:v>
                  </c:pt>
                  <c:pt idx="5">
                    <c:v>8.0000000000000002E-3</c:v>
                  </c:pt>
                  <c:pt idx="6">
                    <c:v>1.0999999999999999E-2</c:v>
                  </c:pt>
                  <c:pt idx="7">
                    <c:v>3.5999999999999997E-2</c:v>
                  </c:pt>
                  <c:pt idx="8">
                    <c:v>2E-3</c:v>
                  </c:pt>
                  <c:pt idx="9">
                    <c:v>6.0000000000000001E-3</c:v>
                  </c:pt>
                  <c:pt idx="10">
                    <c:v>8.0000000000000002E-3</c:v>
                  </c:pt>
                  <c:pt idx="11">
                    <c:v>8.0000000000000002E-3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'count=2'!$K$125:$X$125</c:f>
              <c:numCache>
                <c:formatCode>General</c:formatCode>
                <c:ptCount val="14"/>
                <c:pt idx="0">
                  <c:v>3.0310000000000001</c:v>
                </c:pt>
                <c:pt idx="1">
                  <c:v>5.5730000000000004</c:v>
                </c:pt>
                <c:pt idx="2">
                  <c:v>7.1589999999999998</c:v>
                </c:pt>
                <c:pt idx="3">
                  <c:v>7.2679999999999998</c:v>
                </c:pt>
                <c:pt idx="4">
                  <c:v>7.2629999999999999</c:v>
                </c:pt>
                <c:pt idx="5">
                  <c:v>7.2430000000000003</c:v>
                </c:pt>
                <c:pt idx="6">
                  <c:v>1.8740000000000001</c:v>
                </c:pt>
                <c:pt idx="7">
                  <c:v>5.6609999999999996</c:v>
                </c:pt>
                <c:pt idx="8">
                  <c:v>7.2050000000000001</c:v>
                </c:pt>
                <c:pt idx="9">
                  <c:v>7.27</c:v>
                </c:pt>
                <c:pt idx="10">
                  <c:v>7.2779999999999996</c:v>
                </c:pt>
                <c:pt idx="11">
                  <c:v>7.26</c:v>
                </c:pt>
                <c:pt idx="12">
                  <c:v>6.093375</c:v>
                </c:pt>
                <c:pt idx="13">
                  <c:v>5.6725279999999998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A7D-5242-B67E-6EDD3108927C}"/>
            </c:ext>
          </c:extLst>
        </c:ser>
        <c:ser>
          <c:idx val="3"/>
          <c:order val="3"/>
          <c:tx>
            <c:v>8MB</c:v>
          </c:tx>
          <c:spPr>
            <a:pattFill prst="dkDnDiag">
              <a:fgClr>
                <a:srgbClr val="626262"/>
              </a:fgClr>
              <a:bgClr>
                <a:srgbClr val="DF5252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'count=2'!$K$134:$V$134</c:f>
                <c:numCache>
                  <c:formatCode>General</c:formatCode>
                  <c:ptCount val="12"/>
                  <c:pt idx="0">
                    <c:v>0.26</c:v>
                  </c:pt>
                  <c:pt idx="1">
                    <c:v>5.0000000000000001E-3</c:v>
                  </c:pt>
                  <c:pt idx="2">
                    <c:v>8.9999999999999993E-3</c:v>
                  </c:pt>
                  <c:pt idx="3">
                    <c:v>3.0000000000000001E-3</c:v>
                  </c:pt>
                  <c:pt idx="4">
                    <c:v>1.9E-2</c:v>
                  </c:pt>
                  <c:pt idx="5">
                    <c:v>0.01</c:v>
                  </c:pt>
                  <c:pt idx="6">
                    <c:v>1.4999999999999999E-2</c:v>
                  </c:pt>
                  <c:pt idx="7">
                    <c:v>3.2000000000000001E-2</c:v>
                  </c:pt>
                  <c:pt idx="8">
                    <c:v>2E-3</c:v>
                  </c:pt>
                  <c:pt idx="9">
                    <c:v>1.2E-2</c:v>
                  </c:pt>
                  <c:pt idx="10">
                    <c:v>1E-3</c:v>
                  </c:pt>
                  <c:pt idx="11">
                    <c:v>6.0000000000000001E-3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'count=2'!$K$126:$X$126</c:f>
              <c:numCache>
                <c:formatCode>General</c:formatCode>
                <c:ptCount val="14"/>
                <c:pt idx="0">
                  <c:v>3.0840000000000001</c:v>
                </c:pt>
                <c:pt idx="1">
                  <c:v>5.5860000000000003</c:v>
                </c:pt>
                <c:pt idx="2">
                  <c:v>7.1520000000000001</c:v>
                </c:pt>
                <c:pt idx="3">
                  <c:v>7.2510000000000003</c:v>
                </c:pt>
                <c:pt idx="4">
                  <c:v>7.282</c:v>
                </c:pt>
                <c:pt idx="5">
                  <c:v>7.258</c:v>
                </c:pt>
                <c:pt idx="6">
                  <c:v>1.855</c:v>
                </c:pt>
                <c:pt idx="7">
                  <c:v>5.6669999999999998</c:v>
                </c:pt>
                <c:pt idx="8">
                  <c:v>7.1989999999999998</c:v>
                </c:pt>
                <c:pt idx="9">
                  <c:v>7.2750000000000004</c:v>
                </c:pt>
                <c:pt idx="10">
                  <c:v>7.28</c:v>
                </c:pt>
                <c:pt idx="11">
                  <c:v>7.29</c:v>
                </c:pt>
                <c:pt idx="12">
                  <c:v>6.0991249999999999</c:v>
                </c:pt>
                <c:pt idx="13">
                  <c:v>5.6721779999999997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A7D-5242-B67E-6EDD3108927C}"/>
            </c:ext>
          </c:extLst>
        </c:ser>
        <c:ser>
          <c:idx val="4"/>
          <c:order val="4"/>
          <c:tx>
            <c:v>16MB</c:v>
          </c:tx>
          <c:spPr>
            <a:pattFill prst="smGrid">
              <a:fgClr>
                <a:srgbClr val="626262"/>
              </a:fgClr>
              <a:bgClr>
                <a:srgbClr val="FFC000"/>
              </a:bgClr>
            </a:patt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'count=2'!$K$135:$V$135</c:f>
                <c:numCache>
                  <c:formatCode>General</c:formatCode>
                  <c:ptCount val="12"/>
                  <c:pt idx="0">
                    <c:v>4.1000000000000002E-2</c:v>
                  </c:pt>
                  <c:pt idx="1">
                    <c:v>1.4999999999999999E-2</c:v>
                  </c:pt>
                  <c:pt idx="2">
                    <c:v>5.0000000000000001E-3</c:v>
                  </c:pt>
                  <c:pt idx="3">
                    <c:v>6.0000000000000001E-3</c:v>
                  </c:pt>
                  <c:pt idx="4">
                    <c:v>4.0000000000000001E-3</c:v>
                  </c:pt>
                  <c:pt idx="5">
                    <c:v>1.0999999999999999E-2</c:v>
                  </c:pt>
                  <c:pt idx="6">
                    <c:v>1.6E-2</c:v>
                  </c:pt>
                  <c:pt idx="7">
                    <c:v>2.1000000000000001E-2</c:v>
                  </c:pt>
                  <c:pt idx="8">
                    <c:v>3.0000000000000001E-3</c:v>
                  </c:pt>
                  <c:pt idx="9">
                    <c:v>2E-3</c:v>
                  </c:pt>
                  <c:pt idx="10">
                    <c:v>2E-3</c:v>
                  </c:pt>
                  <c:pt idx="11">
                    <c:v>7.0000000000000001E-3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'count=2'!$K$127:$X$127</c:f>
              <c:numCache>
                <c:formatCode>General</c:formatCode>
                <c:ptCount val="14"/>
                <c:pt idx="0">
                  <c:v>3.2170000000000001</c:v>
                </c:pt>
                <c:pt idx="1">
                  <c:v>5.5750000000000002</c:v>
                </c:pt>
                <c:pt idx="2">
                  <c:v>7.1589999999999998</c:v>
                </c:pt>
                <c:pt idx="3">
                  <c:v>7.26</c:v>
                </c:pt>
                <c:pt idx="4">
                  <c:v>7.29</c:v>
                </c:pt>
                <c:pt idx="5">
                  <c:v>7.2839999999999998</c:v>
                </c:pt>
                <c:pt idx="6">
                  <c:v>1.8580000000000001</c:v>
                </c:pt>
                <c:pt idx="7">
                  <c:v>5.6239999999999997</c:v>
                </c:pt>
                <c:pt idx="8">
                  <c:v>7.2030000000000003</c:v>
                </c:pt>
                <c:pt idx="9">
                  <c:v>7.2720000000000002</c:v>
                </c:pt>
                <c:pt idx="10">
                  <c:v>7.29</c:v>
                </c:pt>
                <c:pt idx="11">
                  <c:v>7.3010000000000002</c:v>
                </c:pt>
                <c:pt idx="12">
                  <c:v>6.1039580000000004</c:v>
                </c:pt>
                <c:pt idx="13">
                  <c:v>5.680936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7D-5242-B67E-6EDD3108927C}"/>
            </c:ext>
          </c:extLst>
        </c:ser>
        <c:ser>
          <c:idx val="5"/>
          <c:order val="5"/>
          <c:tx>
            <c:v>32MB</c:v>
          </c:tx>
          <c:spPr>
            <a:pattFill prst="ltHorz">
              <a:fgClr>
                <a:srgbClr val="626262"/>
              </a:fgClr>
              <a:bgClr>
                <a:srgbClr val="6CAA89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'count=2'!$K$136:$V$136</c:f>
                <c:numCache>
                  <c:formatCode>General</c:formatCode>
                  <c:ptCount val="12"/>
                  <c:pt idx="0">
                    <c:v>5.8000000000000003E-2</c:v>
                  </c:pt>
                  <c:pt idx="1">
                    <c:v>0.01</c:v>
                  </c:pt>
                  <c:pt idx="2">
                    <c:v>3.0000000000000001E-3</c:v>
                  </c:pt>
                  <c:pt idx="3">
                    <c:v>1.2E-2</c:v>
                  </c:pt>
                  <c:pt idx="4">
                    <c:v>3.0000000000000001E-3</c:v>
                  </c:pt>
                  <c:pt idx="5">
                    <c:v>1E-3</c:v>
                  </c:pt>
                  <c:pt idx="6">
                    <c:v>1.4999999999999999E-2</c:v>
                  </c:pt>
                  <c:pt idx="7">
                    <c:v>8.5999999999999993E-2</c:v>
                  </c:pt>
                  <c:pt idx="8">
                    <c:v>0</c:v>
                  </c:pt>
                  <c:pt idx="9">
                    <c:v>2E-3</c:v>
                  </c:pt>
                  <c:pt idx="10">
                    <c:v>3.0000000000000001E-3</c:v>
                  </c:pt>
                  <c:pt idx="11">
                    <c:v>5.0000000000000001E-3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'count=2'!$K$121:$X$122</c:f>
              <c:multiLvlStrCache>
                <c:ptCount val="14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  <c:pt idx="12">
                    <c:v>AMEAN</c:v>
                  </c:pt>
                  <c:pt idx="13">
                    <c:v>GEOMEAN</c:v>
                  </c:pt>
                </c:lvl>
                <c:lvl>
                  <c:pt idx="0">
                    <c:v>Sustained Blocksize(Byte)/8 Sustained workers</c:v>
                  </c:pt>
                  <c:pt idx="6">
                    <c:v>Sustained Blocksize(Byte)/16 Sustained workers</c:v>
                  </c:pt>
                  <c:pt idx="12">
                    <c:v>Throughput Aggregation Method</c:v>
                  </c:pt>
                </c:lvl>
              </c:multiLvlStrCache>
            </c:multiLvlStrRef>
          </c:cat>
          <c:val>
            <c:numRef>
              <c:f>'count=2'!$K$128:$X$128</c:f>
              <c:numCache>
                <c:formatCode>General</c:formatCode>
                <c:ptCount val="14"/>
                <c:pt idx="0">
                  <c:v>3.2280000000000002</c:v>
                </c:pt>
                <c:pt idx="1">
                  <c:v>5.5739999999999998</c:v>
                </c:pt>
                <c:pt idx="2">
                  <c:v>7.1539999999999999</c:v>
                </c:pt>
                <c:pt idx="3">
                  <c:v>7.25</c:v>
                </c:pt>
                <c:pt idx="4">
                  <c:v>7.3070000000000004</c:v>
                </c:pt>
                <c:pt idx="5">
                  <c:v>7.3</c:v>
                </c:pt>
                <c:pt idx="6">
                  <c:v>1.851</c:v>
                </c:pt>
                <c:pt idx="7">
                  <c:v>5.6470000000000002</c:v>
                </c:pt>
                <c:pt idx="8">
                  <c:v>7.2050000000000001</c:v>
                </c:pt>
                <c:pt idx="9">
                  <c:v>7.2770000000000001</c:v>
                </c:pt>
                <c:pt idx="10">
                  <c:v>7.31</c:v>
                </c:pt>
                <c:pt idx="11">
                  <c:v>7.3079999999999998</c:v>
                </c:pt>
                <c:pt idx="12">
                  <c:v>6.111542</c:v>
                </c:pt>
                <c:pt idx="13">
                  <c:v>5.6880309999999996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A7D-5242-B67E-6EDD310892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4375840"/>
        <c:axId val="2134408400"/>
      </c:barChart>
      <c:catAx>
        <c:axId val="6043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2134408400"/>
        <c:crosses val="autoZero"/>
        <c:auto val="1"/>
        <c:lblAlgn val="ctr"/>
        <c:lblOffset val="100"/>
        <c:noMultiLvlLbl val="0"/>
      </c:catAx>
      <c:valAx>
        <c:axId val="21344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503050405090304" pitchFamily="18" charset="0"/>
                    <a:ea typeface="+mn-ea"/>
                    <a:cs typeface="Times New Roman" panose="02020503050405090304" pitchFamily="18" charset="0"/>
                  </a:defRPr>
                </a:pPr>
                <a:r>
                  <a:rPr lang="en-US" altLang="zh-CN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Sustained</a:t>
                </a:r>
                <a:r>
                  <a:rPr lang="zh-CN" altLang="en-US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000" b="0" i="0" u="none" strike="noStrike" kern="12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Throughput(GB/s)</a:t>
                </a:r>
                <a:endParaRPr lang="zh-CN" altLang="en-US" sz="2000" b="0" i="0" u="none" strike="noStrike" kern="1200" baseline="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604375840"/>
        <c:crosses val="autoZero"/>
        <c:crossBetween val="between"/>
      </c:valAx>
      <c:spPr>
        <a:noFill/>
        <a:ln>
          <a:solidFill>
            <a:schemeClr val="tx1"/>
          </a:solidFill>
          <a:prstDash val="solid"/>
        </a:ln>
        <a:effectLst/>
      </c:spPr>
    </c:plotArea>
    <c:legend>
      <c:legendPos val="b"/>
      <c:layout>
        <c:manualLayout>
          <c:xMode val="edge"/>
          <c:yMode val="edge"/>
          <c:x val="0.84747265716890297"/>
          <c:y val="6.1198622044643103E-2"/>
          <c:w val="9.8187120105945894E-2"/>
          <c:h val="0.37739949045665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503050405090304" pitchFamily="18" charset="0"/>
              <a:ea typeface="+mn-ea"/>
              <a:cs typeface="Times New Roman" panose="02020503050405090304" pitchFamily="18" charset="0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03157d7-0d74-4a37-89e5-de30676ad026}"/>
      </c:ext>
    </c:extLst>
  </c:chart>
  <c:spPr>
    <a:noFill/>
    <a:ln>
      <a:noFill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9487905430937203E-2"/>
          <c:y val="7.0928216629572299E-2"/>
          <c:w val="0.92453240023750305"/>
          <c:h val="0.68724636201225697"/>
        </c:manualLayout>
      </c:layout>
      <c:barChart>
        <c:barDir val="col"/>
        <c:grouping val="clustered"/>
        <c:varyColors val="0"/>
        <c:ser>
          <c:idx val="6"/>
          <c:order val="0"/>
          <c:spPr>
            <a:solidFill>
              <a:srgbClr val="4B92C5"/>
            </a:solid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'count=2'!$U$19:$AF$19</c:f>
                <c:numCache>
                  <c:formatCode>General</c:formatCode>
                  <c:ptCount val="12"/>
                  <c:pt idx="0">
                    <c:v>6.0000000000000001E-3</c:v>
                  </c:pt>
                  <c:pt idx="1">
                    <c:v>2E-3</c:v>
                  </c:pt>
                  <c:pt idx="2">
                    <c:v>2E-3</c:v>
                  </c:pt>
                  <c:pt idx="3">
                    <c:v>4.0000000000000001E-3</c:v>
                  </c:pt>
                  <c:pt idx="4">
                    <c:v>6.2E-2</c:v>
                  </c:pt>
                  <c:pt idx="5">
                    <c:v>0.58699999999999997</c:v>
                  </c:pt>
                  <c:pt idx="6">
                    <c:v>1.2E-2</c:v>
                  </c:pt>
                  <c:pt idx="7">
                    <c:v>2.7E-2</c:v>
                  </c:pt>
                  <c:pt idx="8">
                    <c:v>3.0000000000000001E-3</c:v>
                  </c:pt>
                  <c:pt idx="9">
                    <c:v>1E-3</c:v>
                  </c:pt>
                  <c:pt idx="10">
                    <c:v>3.9E-2</c:v>
                  </c:pt>
                  <c:pt idx="11">
                    <c:v>7.4999999999999997E-2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rgbClr val="00B0F0"/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'count=2'!$U$13:$AF$13</c:f>
              <c:numCache>
                <c:formatCode>General</c:formatCode>
                <c:ptCount val="12"/>
                <c:pt idx="0">
                  <c:v>1.7450000000000001</c:v>
                </c:pt>
                <c:pt idx="1">
                  <c:v>4.3940000000000001</c:v>
                </c:pt>
                <c:pt idx="2">
                  <c:v>7.1589999999999998</c:v>
                </c:pt>
                <c:pt idx="3">
                  <c:v>7.2249999999999996</c:v>
                </c:pt>
                <c:pt idx="4">
                  <c:v>7.1509999999999998</c:v>
                </c:pt>
                <c:pt idx="5">
                  <c:v>5.359</c:v>
                </c:pt>
                <c:pt idx="6">
                  <c:v>3.0009999999999999</c:v>
                </c:pt>
                <c:pt idx="7">
                  <c:v>5.1379999999999999</c:v>
                </c:pt>
                <c:pt idx="8">
                  <c:v>7.149</c:v>
                </c:pt>
                <c:pt idx="9">
                  <c:v>7.2480000000000002</c:v>
                </c:pt>
                <c:pt idx="10">
                  <c:v>7.1210000000000004</c:v>
                </c:pt>
                <c:pt idx="11">
                  <c:v>6.5350000000000001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80-0F43-AC01-12E8AD99A9BE}"/>
            </c:ext>
          </c:extLst>
        </c:ser>
        <c:ser>
          <c:idx val="7"/>
          <c:order val="1"/>
          <c:spPr>
            <a:pattFill prst="dkUpDiag">
              <a:fgClr>
                <a:srgbClr val="626262"/>
              </a:fgClr>
              <a:bgClr>
                <a:srgbClr val="FA993D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'count=2'!$U$20:$AF$20</c:f>
                <c:numCache>
                  <c:formatCode>General</c:formatCode>
                  <c:ptCount val="12"/>
                  <c:pt idx="0">
                    <c:v>3.0000000000000001E-3</c:v>
                  </c:pt>
                  <c:pt idx="1">
                    <c:v>1.0999999999999999E-2</c:v>
                  </c:pt>
                  <c:pt idx="2">
                    <c:v>2E-3</c:v>
                  </c:pt>
                  <c:pt idx="3">
                    <c:v>7.0000000000000001E-3</c:v>
                  </c:pt>
                  <c:pt idx="4">
                    <c:v>1.4999999999999999E-2</c:v>
                  </c:pt>
                  <c:pt idx="5">
                    <c:v>0.23400000000000001</c:v>
                  </c:pt>
                  <c:pt idx="6">
                    <c:v>4.0000000000000001E-3</c:v>
                  </c:pt>
                  <c:pt idx="7">
                    <c:v>3.0000000000000001E-3</c:v>
                  </c:pt>
                  <c:pt idx="8">
                    <c:v>2E-3</c:v>
                  </c:pt>
                  <c:pt idx="9">
                    <c:v>3.0000000000000001E-3</c:v>
                  </c:pt>
                  <c:pt idx="10">
                    <c:v>7.0000000000000001E-3</c:v>
                  </c:pt>
                  <c:pt idx="11">
                    <c:v>6.0000000000000001E-3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'count=2'!$U$14:$AF$14</c:f>
              <c:numCache>
                <c:formatCode>General</c:formatCode>
                <c:ptCount val="12"/>
                <c:pt idx="0">
                  <c:v>1.74</c:v>
                </c:pt>
                <c:pt idx="1">
                  <c:v>4.3959999999999999</c:v>
                </c:pt>
                <c:pt idx="2">
                  <c:v>7.1619999999999999</c:v>
                </c:pt>
                <c:pt idx="3">
                  <c:v>7.2329999999999997</c:v>
                </c:pt>
                <c:pt idx="4">
                  <c:v>7.2949999999999999</c:v>
                </c:pt>
                <c:pt idx="5">
                  <c:v>6.5330000000000004</c:v>
                </c:pt>
                <c:pt idx="6">
                  <c:v>2.9980000000000002</c:v>
                </c:pt>
                <c:pt idx="7">
                  <c:v>5.1239999999999997</c:v>
                </c:pt>
                <c:pt idx="8">
                  <c:v>7.1550000000000002</c:v>
                </c:pt>
                <c:pt idx="9">
                  <c:v>7.242</c:v>
                </c:pt>
                <c:pt idx="10">
                  <c:v>7.274</c:v>
                </c:pt>
                <c:pt idx="11">
                  <c:v>6.9370000000000003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780-0F43-AC01-12E8AD99A9BE}"/>
            </c:ext>
          </c:extLst>
        </c:ser>
        <c:ser>
          <c:idx val="8"/>
          <c:order val="2"/>
          <c:spPr>
            <a:pattFill prst="pct20">
              <a:fgClr>
                <a:sysClr val="windowText" lastClr="000000">
                  <a:lumMod val="50000"/>
                  <a:lumOff val="50000"/>
                </a:sysClr>
              </a:fgClr>
              <a:bgClr>
                <a:srgbClr val="58B557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'count=2'!$U$21:$AF$21</c:f>
                <c:numCache>
                  <c:formatCode>General</c:formatCode>
                  <c:ptCount val="12"/>
                  <c:pt idx="0">
                    <c:v>5.0000000000000001E-3</c:v>
                  </c:pt>
                  <c:pt idx="1">
                    <c:v>3.0000000000000001E-3</c:v>
                  </c:pt>
                  <c:pt idx="2">
                    <c:v>3.0000000000000001E-3</c:v>
                  </c:pt>
                  <c:pt idx="3">
                    <c:v>1.0999999999999999E-2</c:v>
                  </c:pt>
                  <c:pt idx="4">
                    <c:v>8.9999999999999993E-3</c:v>
                  </c:pt>
                  <c:pt idx="5">
                    <c:v>2.5999999999999999E-2</c:v>
                  </c:pt>
                  <c:pt idx="6">
                    <c:v>5.8000000000000003E-2</c:v>
                  </c:pt>
                  <c:pt idx="7">
                    <c:v>1.4999999999999999E-2</c:v>
                  </c:pt>
                  <c:pt idx="8">
                    <c:v>3.0000000000000001E-3</c:v>
                  </c:pt>
                  <c:pt idx="9">
                    <c:v>7.0000000000000001E-3</c:v>
                  </c:pt>
                  <c:pt idx="10">
                    <c:v>2E-3</c:v>
                  </c:pt>
                  <c:pt idx="11">
                    <c:v>1.0999999999999999E-2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'count=2'!$U$15:$AF$15</c:f>
              <c:numCache>
                <c:formatCode>General</c:formatCode>
                <c:ptCount val="12"/>
                <c:pt idx="0">
                  <c:v>1.744</c:v>
                </c:pt>
                <c:pt idx="1">
                  <c:v>4.3929999999999998</c:v>
                </c:pt>
                <c:pt idx="2">
                  <c:v>7.157</c:v>
                </c:pt>
                <c:pt idx="3">
                  <c:v>7.2370000000000001</c:v>
                </c:pt>
                <c:pt idx="4">
                  <c:v>7.2590000000000003</c:v>
                </c:pt>
                <c:pt idx="5">
                  <c:v>7.2220000000000004</c:v>
                </c:pt>
                <c:pt idx="6">
                  <c:v>3.1320000000000001</c:v>
                </c:pt>
                <c:pt idx="7">
                  <c:v>5.1130000000000004</c:v>
                </c:pt>
                <c:pt idx="8">
                  <c:v>7.1559999999999997</c:v>
                </c:pt>
                <c:pt idx="9">
                  <c:v>7.242</c:v>
                </c:pt>
                <c:pt idx="10">
                  <c:v>7.2869999999999999</c:v>
                </c:pt>
                <c:pt idx="11">
                  <c:v>7.2140000000000004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780-0F43-AC01-12E8AD99A9BE}"/>
            </c:ext>
          </c:extLst>
        </c:ser>
        <c:ser>
          <c:idx val="9"/>
          <c:order val="3"/>
          <c:spPr>
            <a:pattFill prst="dkDnDiag">
              <a:fgClr>
                <a:srgbClr val="626262"/>
              </a:fgClr>
              <a:bgClr>
                <a:srgbClr val="DF5252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'count=2'!$U$22:$AF$22</c:f>
                <c:numCache>
                  <c:formatCode>General</c:formatCode>
                  <c:ptCount val="12"/>
                  <c:pt idx="0">
                    <c:v>3.0000000000000001E-3</c:v>
                  </c:pt>
                  <c:pt idx="1">
                    <c:v>3.0000000000000001E-3</c:v>
                  </c:pt>
                  <c:pt idx="2">
                    <c:v>2E-3</c:v>
                  </c:pt>
                  <c:pt idx="3">
                    <c:v>4.0000000000000001E-3</c:v>
                  </c:pt>
                  <c:pt idx="4">
                    <c:v>1E-3</c:v>
                  </c:pt>
                  <c:pt idx="5">
                    <c:v>7.0000000000000001E-3</c:v>
                  </c:pt>
                  <c:pt idx="6">
                    <c:v>4.0000000000000001E-3</c:v>
                  </c:pt>
                  <c:pt idx="7">
                    <c:v>3.2000000000000001E-2</c:v>
                  </c:pt>
                  <c:pt idx="8">
                    <c:v>5.0000000000000001E-3</c:v>
                  </c:pt>
                  <c:pt idx="9">
                    <c:v>1.4E-2</c:v>
                  </c:pt>
                  <c:pt idx="10">
                    <c:v>2.4E-2</c:v>
                  </c:pt>
                  <c:pt idx="11">
                    <c:v>5.0000000000000001E-3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'count=2'!$U$16:$AF$16</c:f>
              <c:numCache>
                <c:formatCode>General</c:formatCode>
                <c:ptCount val="12"/>
                <c:pt idx="0">
                  <c:v>1.744</c:v>
                </c:pt>
                <c:pt idx="1">
                  <c:v>4.3949999999999996</c:v>
                </c:pt>
                <c:pt idx="2">
                  <c:v>7.157</c:v>
                </c:pt>
                <c:pt idx="3">
                  <c:v>7.258</c:v>
                </c:pt>
                <c:pt idx="4">
                  <c:v>7.2560000000000002</c:v>
                </c:pt>
                <c:pt idx="5">
                  <c:v>7.3</c:v>
                </c:pt>
                <c:pt idx="6">
                  <c:v>2.9980000000000002</c:v>
                </c:pt>
                <c:pt idx="7">
                  <c:v>5.1369999999999996</c:v>
                </c:pt>
                <c:pt idx="8">
                  <c:v>7.1550000000000002</c:v>
                </c:pt>
                <c:pt idx="9">
                  <c:v>7.2480000000000002</c:v>
                </c:pt>
                <c:pt idx="10">
                  <c:v>7.282</c:v>
                </c:pt>
                <c:pt idx="11">
                  <c:v>7.27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D780-0F43-AC01-12E8AD99A9BE}"/>
            </c:ext>
          </c:extLst>
        </c:ser>
        <c:ser>
          <c:idx val="10"/>
          <c:order val="4"/>
          <c:spPr>
            <a:pattFill prst="smGrid">
              <a:fgClr>
                <a:srgbClr val="626262"/>
              </a:fgClr>
              <a:bgClr>
                <a:srgbClr val="FFC000"/>
              </a:bgClr>
            </a:pattFill>
            <a:ln>
              <a:solidFill>
                <a:schemeClr val="tx1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'count=2'!$U$23:$AF$23</c:f>
                <c:numCache>
                  <c:formatCode>General</c:formatCode>
                  <c:ptCount val="12"/>
                  <c:pt idx="0">
                    <c:v>1E-3</c:v>
                  </c:pt>
                  <c:pt idx="1">
                    <c:v>6.0000000000000001E-3</c:v>
                  </c:pt>
                  <c:pt idx="2">
                    <c:v>2E-3</c:v>
                  </c:pt>
                  <c:pt idx="3">
                    <c:v>2E-3</c:v>
                  </c:pt>
                  <c:pt idx="4">
                    <c:v>1.0999999999999999E-2</c:v>
                  </c:pt>
                  <c:pt idx="5">
                    <c:v>2E-3</c:v>
                  </c:pt>
                  <c:pt idx="6">
                    <c:v>8.0000000000000002E-3</c:v>
                  </c:pt>
                  <c:pt idx="7">
                    <c:v>2.4E-2</c:v>
                  </c:pt>
                  <c:pt idx="8">
                    <c:v>2E-3</c:v>
                  </c:pt>
                  <c:pt idx="9">
                    <c:v>8.9999999999999993E-3</c:v>
                  </c:pt>
                  <c:pt idx="10">
                    <c:v>5.0000000000000001E-3</c:v>
                  </c:pt>
                  <c:pt idx="11">
                    <c:v>3.0000000000000001E-3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'count=2'!$U$17:$AF$17</c:f>
              <c:numCache>
                <c:formatCode>General</c:formatCode>
                <c:ptCount val="12"/>
                <c:pt idx="0">
                  <c:v>1.7410000000000001</c:v>
                </c:pt>
                <c:pt idx="1">
                  <c:v>4.3970000000000002</c:v>
                </c:pt>
                <c:pt idx="2">
                  <c:v>7.1550000000000002</c:v>
                </c:pt>
                <c:pt idx="3">
                  <c:v>7.2409999999999997</c:v>
                </c:pt>
                <c:pt idx="4">
                  <c:v>7.2629999999999999</c:v>
                </c:pt>
                <c:pt idx="5">
                  <c:v>7.2930000000000001</c:v>
                </c:pt>
                <c:pt idx="6">
                  <c:v>3.0019999999999998</c:v>
                </c:pt>
                <c:pt idx="7">
                  <c:v>5.1100000000000003</c:v>
                </c:pt>
                <c:pt idx="8">
                  <c:v>7.1529999999999996</c:v>
                </c:pt>
                <c:pt idx="9">
                  <c:v>7.25</c:v>
                </c:pt>
                <c:pt idx="10">
                  <c:v>7.28</c:v>
                </c:pt>
                <c:pt idx="11">
                  <c:v>7.2770000000000001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780-0F43-AC01-12E8AD99A9BE}"/>
            </c:ext>
          </c:extLst>
        </c:ser>
        <c:ser>
          <c:idx val="11"/>
          <c:order val="5"/>
          <c:spPr>
            <a:pattFill prst="ltHorz">
              <a:fgClr>
                <a:srgbClr val="626262"/>
              </a:fgClr>
              <a:bgClr>
                <a:srgbClr val="6CAA89"/>
              </a:bgClr>
            </a:pattFill>
            <a:ln>
              <a:solidFill>
                <a:sysClr val="windowText" lastClr="000000"/>
              </a:solidFill>
            </a:ln>
            <a:effectLst/>
          </c:spPr>
          <c:invertIfNegative val="0"/>
          <c:errBars>
            <c:errBarType val="plus"/>
            <c:errValType val="cust"/>
            <c:noEndCap val="0"/>
            <c:plus>
              <c:numRef>
                <c:f>'count=2'!$U$24:$AF$24</c:f>
                <c:numCache>
                  <c:formatCode>General</c:formatCode>
                  <c:ptCount val="12"/>
                  <c:pt idx="0">
                    <c:v>2E-3</c:v>
                  </c:pt>
                  <c:pt idx="1">
                    <c:v>3.0000000000000001E-3</c:v>
                  </c:pt>
                  <c:pt idx="2">
                    <c:v>3.0000000000000001E-3</c:v>
                  </c:pt>
                  <c:pt idx="3">
                    <c:v>8.0000000000000002E-3</c:v>
                  </c:pt>
                  <c:pt idx="4">
                    <c:v>3.0000000000000001E-3</c:v>
                  </c:pt>
                  <c:pt idx="5">
                    <c:v>2E-3</c:v>
                  </c:pt>
                  <c:pt idx="6">
                    <c:v>0</c:v>
                  </c:pt>
                  <c:pt idx="7">
                    <c:v>2.3E-2</c:v>
                  </c:pt>
                  <c:pt idx="8">
                    <c:v>4.0000000000000001E-3</c:v>
                  </c:pt>
                  <c:pt idx="9">
                    <c:v>1.2999999999999999E-2</c:v>
                  </c:pt>
                  <c:pt idx="10">
                    <c:v>2E-3</c:v>
                  </c:pt>
                  <c:pt idx="11">
                    <c:v>1E-3</c:v>
                  </c:pt>
                </c:numCache>
              </c:numRef>
            </c:plus>
            <c:minus>
              <c:numLit>
                <c:formatCode>General</c:formatCode>
                <c:ptCount val="1"/>
                <c:pt idx="0">
                  <c:v>1</c:v>
                </c:pt>
              </c:numLit>
            </c:minus>
            <c:spPr>
              <a:noFill/>
              <a:ln w="9525" cap="flat" cmpd="sng" algn="ctr">
                <a:solidFill>
                  <a:schemeClr val="tx1">
                    <a:lumMod val="65000"/>
                    <a:lumOff val="35000"/>
                  </a:schemeClr>
                </a:solidFill>
                <a:round/>
              </a:ln>
              <a:effectLst/>
            </c:spPr>
          </c:errBars>
          <c:cat>
            <c:multiLvlStrRef>
              <c:f>'count=2'!$U$11:$AF$12</c:f>
              <c:multiLvlStrCache>
                <c:ptCount val="12"/>
                <c:lvl>
                  <c:pt idx="0">
                    <c:v>4K</c:v>
                  </c:pt>
                  <c:pt idx="1">
                    <c:v>16K</c:v>
                  </c:pt>
                  <c:pt idx="2">
                    <c:v>64K</c:v>
                  </c:pt>
                  <c:pt idx="3">
                    <c:v>256K</c:v>
                  </c:pt>
                  <c:pt idx="4">
                    <c:v>1M</c:v>
                  </c:pt>
                  <c:pt idx="5">
                    <c:v>4M</c:v>
                  </c:pt>
                  <c:pt idx="6">
                    <c:v>4K</c:v>
                  </c:pt>
                  <c:pt idx="7">
                    <c:v>16K</c:v>
                  </c:pt>
                  <c:pt idx="8">
                    <c:v>64K</c:v>
                  </c:pt>
                  <c:pt idx="9">
                    <c:v>256K</c:v>
                  </c:pt>
                  <c:pt idx="10">
                    <c:v>1M</c:v>
                  </c:pt>
                  <c:pt idx="11">
                    <c:v>4M</c:v>
                  </c:pt>
                </c:lvl>
                <c:lvl>
                  <c:pt idx="0">
                    <c:v>Sustained Blocksize(Byte)/2 Sustained workers</c:v>
                  </c:pt>
                  <c:pt idx="6">
                    <c:v>Sustained Blocksize(Byte)/4 Sustained workers</c:v>
                  </c:pt>
                </c:lvl>
              </c:multiLvlStrCache>
            </c:multiLvlStrRef>
          </c:cat>
          <c:val>
            <c:numRef>
              <c:f>'count=2'!$U$18:$AF$18</c:f>
              <c:numCache>
                <c:formatCode>General</c:formatCode>
                <c:ptCount val="12"/>
                <c:pt idx="0">
                  <c:v>1.7470000000000001</c:v>
                </c:pt>
                <c:pt idx="1">
                  <c:v>4.4009999999999998</c:v>
                </c:pt>
                <c:pt idx="2">
                  <c:v>7.1589999999999998</c:v>
                </c:pt>
                <c:pt idx="3">
                  <c:v>7.2460000000000004</c:v>
                </c:pt>
                <c:pt idx="4">
                  <c:v>7.2619999999999996</c:v>
                </c:pt>
                <c:pt idx="5">
                  <c:v>7.31</c:v>
                </c:pt>
                <c:pt idx="6">
                  <c:v>3.0030000000000001</c:v>
                </c:pt>
                <c:pt idx="7">
                  <c:v>5.1420000000000003</c:v>
                </c:pt>
                <c:pt idx="8">
                  <c:v>7.1520000000000001</c:v>
                </c:pt>
                <c:pt idx="9">
                  <c:v>7.2569999999999997</c:v>
                </c:pt>
                <c:pt idx="10">
                  <c:v>7.2830000000000004</c:v>
                </c:pt>
                <c:pt idx="11">
                  <c:v>7.3040000000000003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D780-0F43-AC01-12E8AD99A9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604375840"/>
        <c:axId val="2134408400"/>
      </c:barChart>
      <c:catAx>
        <c:axId val="60437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ysClr val="windowText" lastClr="000000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2134408400"/>
        <c:crosses val="autoZero"/>
        <c:auto val="1"/>
        <c:lblAlgn val="ctr"/>
        <c:lblOffset val="100"/>
        <c:noMultiLvlLbl val="0"/>
      </c:catAx>
      <c:valAx>
        <c:axId val="2134408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prstDash val="sysDot"/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zh-CN" sz="19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Times New Roman" panose="02020503050405090304" pitchFamily="18" charset="0"/>
                    <a:ea typeface="+mn-ea"/>
                    <a:cs typeface="Times New Roman" panose="02020503050405090304" pitchFamily="18" charset="0"/>
                  </a:defRPr>
                </a:pPr>
                <a:r>
                  <a:rPr lang="en-US" altLang="zh-CN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Sustained</a:t>
                </a:r>
                <a:r>
                  <a:rPr lang="zh-CN" altLang="en-US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 </a:t>
                </a:r>
                <a:r>
                  <a:rPr lang="en-US" altLang="zh-CN" sz="2000" baseline="0">
                    <a:solidFill>
                      <a:schemeClr val="tx1"/>
                    </a:solidFill>
                    <a:latin typeface="Times New Roman" panose="02020503050405090304" pitchFamily="18" charset="0"/>
                    <a:cs typeface="Times New Roman" panose="02020503050405090304" pitchFamily="18" charset="0"/>
                  </a:rPr>
                  <a:t>Throughput(GB/s)</a:t>
                </a:r>
                <a:endParaRPr lang="zh-CN" altLang="en-US" sz="2000">
                  <a:solidFill>
                    <a:schemeClr val="tx1"/>
                  </a:solidFill>
                  <a:latin typeface="Times New Roman" panose="02020503050405090304" pitchFamily="18" charset="0"/>
                  <a:cs typeface="Times New Roman" panose="02020503050405090304" pitchFamily="18" charset="0"/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lang="zh-CN" sz="19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Times New Roman" panose="02020503050405090304" pitchFamily="18" charset="0"/>
                  <a:ea typeface="+mn-ea"/>
                  <a:cs typeface="Times New Roman" panose="02020503050405090304" pitchFamily="18" charset="0"/>
                </a:defRPr>
              </a:pPr>
              <a:endParaRPr lang="zh-CN" alt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503050405090304" pitchFamily="18" charset="0"/>
                <a:ea typeface="+mn-ea"/>
                <a:cs typeface="Times New Roman" panose="02020503050405090304" pitchFamily="18" charset="0"/>
              </a:defRPr>
            </a:pPr>
            <a:endParaRPr lang="zh-CN"/>
          </a:p>
        </c:txPr>
        <c:crossAx val="604375840"/>
        <c:crosses val="autoZero"/>
        <c:crossBetween val="between"/>
      </c:valAx>
      <c:spPr>
        <a:noFill/>
        <a:ln>
          <a:solidFill>
            <a:schemeClr val="tx1"/>
          </a:solidFill>
          <a:prstDash val="solid"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a28692e4-d07b-4423-b3d1-6884c28c216d}"/>
      </c:ext>
    </c:extLst>
  </c:chart>
  <c:spPr>
    <a:solidFill>
      <a:schemeClr val="bg1"/>
    </a:solidFill>
    <a:ln w="9525" cap="flat" cmpd="sng" algn="ctr">
      <a:noFill/>
      <a:round/>
    </a:ln>
    <a:effectLst/>
  </c:spPr>
  <c:txPr>
    <a:bodyPr/>
    <a:lstStyle/>
    <a:p>
      <a:pPr>
        <a:defRPr lang="zh-CN"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50083" y="1414125"/>
            <a:ext cx="13500497" cy="3008266"/>
          </a:xfrm>
        </p:spPr>
        <p:txBody>
          <a:bodyPr anchor="b"/>
          <a:lstStyle>
            <a:lvl1pPr algn="ctr">
              <a:defRPr sz="7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4538401"/>
            <a:ext cx="13500497" cy="2086184"/>
          </a:xfrm>
        </p:spPr>
        <p:txBody>
          <a:bodyPr/>
          <a:lstStyle>
            <a:lvl1pPr marL="0" indent="0" algn="ctr">
              <a:buNone/>
              <a:defRPr sz="3024"/>
            </a:lvl1pPr>
            <a:lvl2pPr marL="576072" indent="0" algn="ctr">
              <a:buNone/>
              <a:defRPr sz="2520"/>
            </a:lvl2pPr>
            <a:lvl3pPr marL="1152144" indent="0" algn="ctr">
              <a:buNone/>
              <a:defRPr sz="2268"/>
            </a:lvl3pPr>
            <a:lvl4pPr marL="1728216" indent="0" algn="ctr">
              <a:buNone/>
              <a:defRPr sz="2016"/>
            </a:lvl4pPr>
            <a:lvl5pPr marL="2304288" indent="0" algn="ctr">
              <a:buNone/>
              <a:defRPr sz="2016"/>
            </a:lvl5pPr>
            <a:lvl6pPr marL="2880360" indent="0" algn="ctr">
              <a:buNone/>
              <a:defRPr sz="2016"/>
            </a:lvl6pPr>
            <a:lvl7pPr marL="3456432" indent="0" algn="ctr">
              <a:buNone/>
              <a:defRPr sz="2016"/>
            </a:lvl7pPr>
            <a:lvl8pPr marL="4032504" indent="0" algn="ctr">
              <a:buNone/>
              <a:defRPr sz="2016"/>
            </a:lvl8pPr>
            <a:lvl9pPr marL="4608576" indent="0" algn="ctr">
              <a:buNone/>
              <a:defRPr sz="2016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12394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194064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0" y="2154191"/>
            <a:ext cx="15525572" cy="3594317"/>
          </a:xfrm>
        </p:spPr>
        <p:txBody>
          <a:bodyPr anchor="b"/>
          <a:lstStyle>
            <a:lvl1pPr>
              <a:defRPr sz="756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0" y="5782512"/>
            <a:ext cx="15525572" cy="1890166"/>
          </a:xfrm>
        </p:spPr>
        <p:txBody>
          <a:bodyPr/>
          <a:lstStyle>
            <a:lvl1pPr marL="0" indent="0">
              <a:buNone/>
              <a:defRPr sz="3024">
                <a:solidFill>
                  <a:schemeClr val="tx1">
                    <a:tint val="82000"/>
                  </a:schemeClr>
                </a:solidFill>
              </a:defRPr>
            </a:lvl1pPr>
            <a:lvl2pPr marL="576072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2pPr>
            <a:lvl3pPr marL="1152144" indent="0">
              <a:buNone/>
              <a:defRPr sz="2268">
                <a:solidFill>
                  <a:schemeClr val="tx1">
                    <a:tint val="82000"/>
                  </a:schemeClr>
                </a:solidFill>
              </a:defRPr>
            </a:lvl3pPr>
            <a:lvl4pPr marL="1728216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4pPr>
            <a:lvl5pPr marL="2304288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5pPr>
            <a:lvl6pPr marL="2880360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6pPr>
            <a:lvl7pPr marL="3456432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7pPr>
            <a:lvl8pPr marL="4032504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8pPr>
            <a:lvl9pPr marL="4608576" indent="0">
              <a:buNone/>
              <a:defRPr sz="201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49556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2300203"/>
            <a:ext cx="7650282" cy="5482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2300203"/>
            <a:ext cx="7650282" cy="548248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1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460041"/>
            <a:ext cx="15525572" cy="167014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1" y="2118188"/>
            <a:ext cx="7615123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1" y="3156278"/>
            <a:ext cx="7615123" cy="46424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6" y="2118188"/>
            <a:ext cx="7652626" cy="1038091"/>
          </a:xfrm>
        </p:spPr>
        <p:txBody>
          <a:bodyPr anchor="b"/>
          <a:lstStyle>
            <a:lvl1pPr marL="0" indent="0">
              <a:buNone/>
              <a:defRPr sz="3024" b="1"/>
            </a:lvl1pPr>
            <a:lvl2pPr marL="576072" indent="0">
              <a:buNone/>
              <a:defRPr sz="2520" b="1"/>
            </a:lvl2pPr>
            <a:lvl3pPr marL="1152144" indent="0">
              <a:buNone/>
              <a:defRPr sz="2268" b="1"/>
            </a:lvl3pPr>
            <a:lvl4pPr marL="1728216" indent="0">
              <a:buNone/>
              <a:defRPr sz="2016" b="1"/>
            </a:lvl4pPr>
            <a:lvl5pPr marL="2304288" indent="0">
              <a:buNone/>
              <a:defRPr sz="2016" b="1"/>
            </a:lvl5pPr>
            <a:lvl6pPr marL="2880360" indent="0">
              <a:buNone/>
              <a:defRPr sz="2016" b="1"/>
            </a:lvl6pPr>
            <a:lvl7pPr marL="3456432" indent="0">
              <a:buNone/>
              <a:defRPr sz="2016" b="1"/>
            </a:lvl7pPr>
            <a:lvl8pPr marL="4032504" indent="0">
              <a:buNone/>
              <a:defRPr sz="2016" b="1"/>
            </a:lvl8pPr>
            <a:lvl9pPr marL="4608576" indent="0">
              <a:buNone/>
              <a:defRPr sz="2016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6" y="3156278"/>
            <a:ext cx="7652626" cy="46424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94332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05231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5077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76051"/>
            <a:ext cx="5805682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1244111"/>
            <a:ext cx="9112836" cy="6140542"/>
          </a:xfrm>
        </p:spPr>
        <p:txBody>
          <a:bodyPr/>
          <a:lstStyle>
            <a:lvl1pPr>
              <a:defRPr sz="4032"/>
            </a:lvl1pPr>
            <a:lvl2pPr>
              <a:defRPr sz="3528"/>
            </a:lvl2pPr>
            <a:lvl3pPr>
              <a:defRPr sz="3024"/>
            </a:lvl3pPr>
            <a:lvl4pPr>
              <a:defRPr sz="2520"/>
            </a:lvl4pPr>
            <a:lvl5pPr>
              <a:defRPr sz="2520"/>
            </a:lvl5pPr>
            <a:lvl6pPr>
              <a:defRPr sz="2520"/>
            </a:lvl6pPr>
            <a:lvl7pPr>
              <a:defRPr sz="2520"/>
            </a:lvl7pPr>
            <a:lvl8pPr>
              <a:defRPr sz="2520"/>
            </a:lvl8pPr>
            <a:lvl9pPr>
              <a:defRPr sz="252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592229"/>
            <a:ext cx="5805682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343794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1" y="576051"/>
            <a:ext cx="5805682" cy="2016178"/>
          </a:xfrm>
        </p:spPr>
        <p:txBody>
          <a:bodyPr anchor="b"/>
          <a:lstStyle>
            <a:lvl1pPr>
              <a:defRPr sz="403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1244111"/>
            <a:ext cx="9112836" cy="6140542"/>
          </a:xfrm>
        </p:spPr>
        <p:txBody>
          <a:bodyPr anchor="t"/>
          <a:lstStyle>
            <a:lvl1pPr marL="0" indent="0">
              <a:buNone/>
              <a:defRPr sz="4032"/>
            </a:lvl1pPr>
            <a:lvl2pPr marL="576072" indent="0">
              <a:buNone/>
              <a:defRPr sz="3528"/>
            </a:lvl2pPr>
            <a:lvl3pPr marL="1152144" indent="0">
              <a:buNone/>
              <a:defRPr sz="3024"/>
            </a:lvl3pPr>
            <a:lvl4pPr marL="1728216" indent="0">
              <a:buNone/>
              <a:defRPr sz="2520"/>
            </a:lvl4pPr>
            <a:lvl5pPr marL="2304288" indent="0">
              <a:buNone/>
              <a:defRPr sz="2520"/>
            </a:lvl5pPr>
            <a:lvl6pPr marL="2880360" indent="0">
              <a:buNone/>
              <a:defRPr sz="2520"/>
            </a:lvl6pPr>
            <a:lvl7pPr marL="3456432" indent="0">
              <a:buNone/>
              <a:defRPr sz="2520"/>
            </a:lvl7pPr>
            <a:lvl8pPr marL="4032504" indent="0">
              <a:buNone/>
              <a:defRPr sz="2520"/>
            </a:lvl8pPr>
            <a:lvl9pPr marL="4608576" indent="0">
              <a:buNone/>
              <a:defRPr sz="252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1" y="2592229"/>
            <a:ext cx="5805682" cy="4802425"/>
          </a:xfrm>
        </p:spPr>
        <p:txBody>
          <a:bodyPr/>
          <a:lstStyle>
            <a:lvl1pPr marL="0" indent="0">
              <a:buNone/>
              <a:defRPr sz="2016"/>
            </a:lvl1pPr>
            <a:lvl2pPr marL="576072" indent="0">
              <a:buNone/>
              <a:defRPr sz="1764"/>
            </a:lvl2pPr>
            <a:lvl3pPr marL="1152144" indent="0">
              <a:buNone/>
              <a:defRPr sz="1512"/>
            </a:lvl3pPr>
            <a:lvl4pPr marL="1728216" indent="0">
              <a:buNone/>
              <a:defRPr sz="1260"/>
            </a:lvl4pPr>
            <a:lvl5pPr marL="2304288" indent="0">
              <a:buNone/>
              <a:defRPr sz="1260"/>
            </a:lvl5pPr>
            <a:lvl6pPr marL="2880360" indent="0">
              <a:buNone/>
              <a:defRPr sz="1260"/>
            </a:lvl6pPr>
            <a:lvl7pPr marL="3456432" indent="0">
              <a:buNone/>
              <a:defRPr sz="1260"/>
            </a:lvl7pPr>
            <a:lvl8pPr marL="4032504" indent="0">
              <a:buNone/>
              <a:defRPr sz="1260"/>
            </a:lvl8pPr>
            <a:lvl9pPr marL="4608576" indent="0">
              <a:buNone/>
              <a:defRPr sz="126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3918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249278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4" y="460041"/>
            <a:ext cx="3881393" cy="732264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5" y="460041"/>
            <a:ext cx="11419171" cy="732264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83689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460041"/>
            <a:ext cx="15525572" cy="1670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2300203"/>
            <a:ext cx="15525572" cy="5482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8008708"/>
            <a:ext cx="405014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36E860-0D65-E548-859C-0C7618C11634}" type="datetimeFigureOut">
              <a:rPr kumimoji="1" lang="zh-CN" altLang="en-US" smtClean="0"/>
              <a:t>2026/5/31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8008708"/>
            <a:ext cx="6075224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8008708"/>
            <a:ext cx="4050149" cy="46004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1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A666E-FA33-CE40-8A0B-96B189C540F6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7180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l" defTabSz="1152144" rtl="0" eaLnBrk="1" latinLnBrk="0" hangingPunct="1">
        <a:lnSpc>
          <a:spcPct val="90000"/>
        </a:lnSpc>
        <a:spcBef>
          <a:spcPct val="0"/>
        </a:spcBef>
        <a:buNone/>
        <a:defRPr sz="554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8036" indent="-288036" algn="l" defTabSz="1152144" rtl="0" eaLnBrk="1" latinLnBrk="0" hangingPunct="1">
        <a:lnSpc>
          <a:spcPct val="90000"/>
        </a:lnSpc>
        <a:spcBef>
          <a:spcPts val="1260"/>
        </a:spcBef>
        <a:buFont typeface="Arial" panose="020B0604020202020204" pitchFamily="34" charset="0"/>
        <a:buChar char="•"/>
        <a:defRPr sz="3528" kern="1200">
          <a:solidFill>
            <a:schemeClr val="tx1"/>
          </a:solidFill>
          <a:latin typeface="+mn-lt"/>
          <a:ea typeface="+mn-ea"/>
          <a:cs typeface="+mn-cs"/>
        </a:defRPr>
      </a:lvl1pPr>
      <a:lvl2pPr marL="86410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2pPr>
      <a:lvl3pPr marL="144018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201625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592324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3168396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744468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320540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896612" indent="-288036" algn="l" defTabSz="1152144" rtl="0" eaLnBrk="1" latinLnBrk="0" hangingPunct="1">
        <a:lnSpc>
          <a:spcPct val="90000"/>
        </a:lnSpc>
        <a:spcBef>
          <a:spcPts val="630"/>
        </a:spcBef>
        <a:buFont typeface="Arial" panose="020B0604020202020204" pitchFamily="34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2pPr>
      <a:lvl3pPr marL="115214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72821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4pPr>
      <a:lvl5pPr marL="2304288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5pPr>
      <a:lvl6pPr marL="2880360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6pPr>
      <a:lvl7pPr marL="3456432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7pPr>
      <a:lvl8pPr marL="4032504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8pPr>
      <a:lvl9pPr marL="4608576" algn="l" defTabSz="1152144" rtl="0" eaLnBrk="1" latinLnBrk="0" hangingPunct="1">
        <a:defRPr sz="22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图表 2">
            <a:extLst>
              <a:ext uri="{FF2B5EF4-FFF2-40B4-BE49-F238E27FC236}">
                <a16:creationId xmlns:a16="http://schemas.microsoft.com/office/drawing/2014/main" id="{00000000-0008-0000-0000-000015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9823578"/>
              </p:ext>
            </p:extLst>
          </p:nvPr>
        </p:nvGraphicFramePr>
        <p:xfrm>
          <a:off x="-384152" y="90321"/>
          <a:ext cx="18768965" cy="91332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图表 3">
            <a:extLst>
              <a:ext uri="{FF2B5EF4-FFF2-40B4-BE49-F238E27FC236}">
                <a16:creationId xmlns:a16="http://schemas.microsoft.com/office/drawing/2014/main" id="{00000000-0008-0000-0000-000016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6444319"/>
              </p:ext>
            </p:extLst>
          </p:nvPr>
        </p:nvGraphicFramePr>
        <p:xfrm>
          <a:off x="0" y="461767"/>
          <a:ext cx="15652629" cy="38586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8028366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Office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</TotalTime>
  <Words>14</Words>
  <Application>Microsoft Macintosh PowerPoint</Application>
  <PresentationFormat>自定义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刘佳丽</dc:creator>
  <cp:lastModifiedBy>刘佳丽</cp:lastModifiedBy>
  <cp:revision>6</cp:revision>
  <dcterms:created xsi:type="dcterms:W3CDTF">2026-05-17T09:35:54Z</dcterms:created>
  <dcterms:modified xsi:type="dcterms:W3CDTF">2026-05-31T09:41:01Z</dcterms:modified>
</cp:coreProperties>
</file>